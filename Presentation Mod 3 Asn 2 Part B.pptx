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5"/>
  </p:notesMasterIdLst>
  <p:sldIdLst>
    <p:sldId id="256" r:id="rId2"/>
    <p:sldId id="257" r:id="rId3"/>
    <p:sldId id="267" r:id="rId4"/>
    <p:sldId id="258" r:id="rId5"/>
    <p:sldId id="259" r:id="rId6"/>
    <p:sldId id="260" r:id="rId7"/>
    <p:sldId id="268" r:id="rId8"/>
    <p:sldId id="261" r:id="rId9"/>
    <p:sldId id="262" r:id="rId10"/>
    <p:sldId id="263" r:id="rId11"/>
    <p:sldId id="264"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2459A0-23F0-42BC-874C-A94B4CC7F79C}">
          <p14:sldIdLst>
            <p14:sldId id="256"/>
            <p14:sldId id="257"/>
            <p14:sldId id="267"/>
            <p14:sldId id="258"/>
            <p14:sldId id="259"/>
            <p14:sldId id="260"/>
            <p14:sldId id="268"/>
            <p14:sldId id="261"/>
            <p14:sldId id="262"/>
            <p14:sldId id="263"/>
            <p14:sldId id="264"/>
            <p14:sldId id="265"/>
            <p14:sldId id="266"/>
          </p14:sldIdLst>
        </p14:section>
        <p14:section name="Untitled Section" id="{DA684729-1D1E-451F-8492-7556F3030A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B630B5-AFA4-48A1-B811-5D118A547F9D}" v="70" dt="2026-02-14T16:37:49.3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162" autoAdjust="0"/>
  </p:normalViewPr>
  <p:slideViewPr>
    <p:cSldViewPr snapToGrid="0">
      <p:cViewPr varScale="1">
        <p:scale>
          <a:sx n="101" d="100"/>
          <a:sy n="101" d="100"/>
        </p:scale>
        <p:origin x="99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ighton Williams" userId="61ee7bc3-55f7-436f-ba8b-d6fade88bdd8" providerId="ADAL" clId="{40D15A8A-8ED3-4CE6-A7FD-87DC67B717E8}"/>
    <pc:docChg chg="undo custSel addSld modSld sldOrd modSection">
      <pc:chgData name="Leighton Williams" userId="61ee7bc3-55f7-436f-ba8b-d6fade88bdd8" providerId="ADAL" clId="{40D15A8A-8ED3-4CE6-A7FD-87DC67B717E8}" dt="2026-02-14T16:38:01.795" v="664" actId="14100"/>
      <pc:docMkLst>
        <pc:docMk/>
      </pc:docMkLst>
      <pc:sldChg chg="addSp delSp modSp mod modNotesTx">
        <pc:chgData name="Leighton Williams" userId="61ee7bc3-55f7-436f-ba8b-d6fade88bdd8" providerId="ADAL" clId="{40D15A8A-8ED3-4CE6-A7FD-87DC67B717E8}" dt="2026-02-14T14:58:54.087" v="422" actId="20577"/>
        <pc:sldMkLst>
          <pc:docMk/>
          <pc:sldMk cId="215128872" sldId="256"/>
        </pc:sldMkLst>
        <pc:spChg chg="add del mod">
          <ac:chgData name="Leighton Williams" userId="61ee7bc3-55f7-436f-ba8b-d6fade88bdd8" providerId="ADAL" clId="{40D15A8A-8ED3-4CE6-A7FD-87DC67B717E8}" dt="2026-02-14T14:57:23.968" v="421" actId="478"/>
          <ac:spMkLst>
            <pc:docMk/>
            <pc:sldMk cId="215128872" sldId="256"/>
            <ac:spMk id="2" creationId="{4EA10692-E4B0-A7B4-EF95-AE38C54D070E}"/>
          </ac:spMkLst>
        </pc:spChg>
        <pc:graphicFrameChg chg="add del mod">
          <ac:chgData name="Leighton Williams" userId="61ee7bc3-55f7-436f-ba8b-d6fade88bdd8" providerId="ADAL" clId="{40D15A8A-8ED3-4CE6-A7FD-87DC67B717E8}" dt="2026-02-14T14:55:22.063" v="406" actId="478"/>
          <ac:graphicFrameMkLst>
            <pc:docMk/>
            <pc:sldMk cId="215128872" sldId="256"/>
            <ac:graphicFrameMk id="3" creationId="{0E3DB988-151B-5EC3-84C6-CCDE9904FBA9}"/>
          </ac:graphicFrameMkLst>
        </pc:graphicFrameChg>
        <pc:picChg chg="mod">
          <ac:chgData name="Leighton Williams" userId="61ee7bc3-55f7-436f-ba8b-d6fade88bdd8" providerId="ADAL" clId="{40D15A8A-8ED3-4CE6-A7FD-87DC67B717E8}" dt="2026-02-14T14:55:43.195" v="411" actId="1076"/>
          <ac:picMkLst>
            <pc:docMk/>
            <pc:sldMk cId="215128872" sldId="256"/>
            <ac:picMk id="4" creationId="{17994AF8-ED93-6C0C-D331-85A9B9E1DF25}"/>
          </ac:picMkLst>
        </pc:picChg>
      </pc:sldChg>
      <pc:sldChg chg="addSp delSp modSp mod setBg modNotesTx">
        <pc:chgData name="Leighton Williams" userId="61ee7bc3-55f7-436f-ba8b-d6fade88bdd8" providerId="ADAL" clId="{40D15A8A-8ED3-4CE6-A7FD-87DC67B717E8}" dt="2026-02-14T16:25:30.214" v="435" actId="20577"/>
        <pc:sldMkLst>
          <pc:docMk/>
          <pc:sldMk cId="1850846354" sldId="257"/>
        </pc:sldMkLst>
        <pc:spChg chg="mod">
          <ac:chgData name="Leighton Williams" userId="61ee7bc3-55f7-436f-ba8b-d6fade88bdd8" providerId="ADAL" clId="{40D15A8A-8ED3-4CE6-A7FD-87DC67B717E8}" dt="2026-02-13T17:39:41.855" v="21" actId="122"/>
          <ac:spMkLst>
            <pc:docMk/>
            <pc:sldMk cId="1850846354" sldId="257"/>
            <ac:spMk id="2" creationId="{FB761270-7428-3819-3B26-DBDAA51CB84C}"/>
          </ac:spMkLst>
        </pc:spChg>
        <pc:spChg chg="add del">
          <ac:chgData name="Leighton Williams" userId="61ee7bc3-55f7-436f-ba8b-d6fade88bdd8" providerId="ADAL" clId="{40D15A8A-8ED3-4CE6-A7FD-87DC67B717E8}" dt="2026-02-13T17:39:17.057" v="15" actId="26606"/>
          <ac:spMkLst>
            <pc:docMk/>
            <pc:sldMk cId="1850846354" sldId="257"/>
            <ac:spMk id="10" creationId="{D61B009E-DCC6-44A7-CA8C-7B80D1C13276}"/>
          </ac:spMkLst>
        </pc:spChg>
        <pc:spChg chg="add del">
          <ac:chgData name="Leighton Williams" userId="61ee7bc3-55f7-436f-ba8b-d6fade88bdd8" providerId="ADAL" clId="{40D15A8A-8ED3-4CE6-A7FD-87DC67B717E8}" dt="2026-02-13T17:39:11.720" v="12" actId="26606"/>
          <ac:spMkLst>
            <pc:docMk/>
            <pc:sldMk cId="1850846354" sldId="257"/>
            <ac:spMk id="16" creationId="{F68B2C62-7648-4430-90D5-AE0F252AF113}"/>
          </ac:spMkLst>
        </pc:spChg>
        <pc:spChg chg="add del">
          <ac:chgData name="Leighton Williams" userId="61ee7bc3-55f7-436f-ba8b-d6fade88bdd8" providerId="ADAL" clId="{40D15A8A-8ED3-4CE6-A7FD-87DC67B717E8}" dt="2026-02-13T17:39:17.032" v="14" actId="26606"/>
          <ac:spMkLst>
            <pc:docMk/>
            <pc:sldMk cId="1850846354" sldId="257"/>
            <ac:spMk id="21" creationId="{F68B2C62-7648-4430-90D5-AE0F252AF113}"/>
          </ac:spMkLst>
        </pc:spChg>
        <pc:spChg chg="add">
          <ac:chgData name="Leighton Williams" userId="61ee7bc3-55f7-436f-ba8b-d6fade88bdd8" providerId="ADAL" clId="{40D15A8A-8ED3-4CE6-A7FD-87DC67B717E8}" dt="2026-02-13T17:39:17.057" v="15" actId="26606"/>
          <ac:spMkLst>
            <pc:docMk/>
            <pc:sldMk cId="1850846354" sldId="257"/>
            <ac:spMk id="25" creationId="{F68B2C62-7648-4430-90D5-AE0F252AF113}"/>
          </ac:spMkLst>
        </pc:spChg>
        <pc:spChg chg="add">
          <ac:chgData name="Leighton Williams" userId="61ee7bc3-55f7-436f-ba8b-d6fade88bdd8" providerId="ADAL" clId="{40D15A8A-8ED3-4CE6-A7FD-87DC67B717E8}" dt="2026-02-13T17:39:17.057" v="15" actId="26606"/>
          <ac:spMkLst>
            <pc:docMk/>
            <pc:sldMk cId="1850846354" sldId="257"/>
            <ac:spMk id="26" creationId="{19604516-F583-413C-8C0B-E7944F332B5A}"/>
          </ac:spMkLst>
        </pc:spChg>
        <pc:graphicFrameChg chg="add del">
          <ac:chgData name="Leighton Williams" userId="61ee7bc3-55f7-436f-ba8b-d6fade88bdd8" providerId="ADAL" clId="{40D15A8A-8ED3-4CE6-A7FD-87DC67B717E8}" dt="2026-02-13T17:39:11.720" v="12" actId="26606"/>
          <ac:graphicFrameMkLst>
            <pc:docMk/>
            <pc:sldMk cId="1850846354" sldId="257"/>
            <ac:graphicFrameMk id="12" creationId="{2C4C7BF1-8DE5-5B6C-CF55-B5046D761FC3}"/>
          </ac:graphicFrameMkLst>
        </pc:graphicFrameChg>
        <pc:graphicFrameChg chg="add del">
          <ac:chgData name="Leighton Williams" userId="61ee7bc3-55f7-436f-ba8b-d6fade88bdd8" providerId="ADAL" clId="{40D15A8A-8ED3-4CE6-A7FD-87DC67B717E8}" dt="2026-02-13T17:39:17.032" v="14" actId="26606"/>
          <ac:graphicFrameMkLst>
            <pc:docMk/>
            <pc:sldMk cId="1850846354" sldId="257"/>
            <ac:graphicFrameMk id="23" creationId="{76631776-547F-1BF0-D531-C8CD5349D14E}"/>
          </ac:graphicFrameMkLst>
        </pc:graphicFrameChg>
        <pc:graphicFrameChg chg="add mod modGraphic">
          <ac:chgData name="Leighton Williams" userId="61ee7bc3-55f7-436f-ba8b-d6fade88bdd8" providerId="ADAL" clId="{40D15A8A-8ED3-4CE6-A7FD-87DC67B717E8}" dt="2026-02-14T16:25:30.214" v="435" actId="20577"/>
          <ac:graphicFrameMkLst>
            <pc:docMk/>
            <pc:sldMk cId="1850846354" sldId="257"/>
            <ac:graphicFrameMk id="28" creationId="{428AD2F3-6CFE-D95F-C76A-E482CB50BCA1}"/>
          </ac:graphicFrameMkLst>
        </pc:graphicFrameChg>
        <pc:cxnChg chg="add del">
          <ac:chgData name="Leighton Williams" userId="61ee7bc3-55f7-436f-ba8b-d6fade88bdd8" providerId="ADAL" clId="{40D15A8A-8ED3-4CE6-A7FD-87DC67B717E8}" dt="2026-02-13T17:39:11.720" v="12" actId="26606"/>
          <ac:cxnSpMkLst>
            <pc:docMk/>
            <pc:sldMk cId="1850846354" sldId="257"/>
            <ac:cxnSpMk id="18" creationId="{0ADD27CF-4CE1-2871-1ABA-40FCA4D03214}"/>
          </ac:cxnSpMkLst>
        </pc:cxnChg>
        <pc:cxnChg chg="add del">
          <ac:chgData name="Leighton Williams" userId="61ee7bc3-55f7-436f-ba8b-d6fade88bdd8" providerId="ADAL" clId="{40D15A8A-8ED3-4CE6-A7FD-87DC67B717E8}" dt="2026-02-13T17:39:17.032" v="14" actId="26606"/>
          <ac:cxnSpMkLst>
            <pc:docMk/>
            <pc:sldMk cId="1850846354" sldId="257"/>
            <ac:cxnSpMk id="20" creationId="{B0794B99-5B9D-4B94-9505-1EDED76CD61F}"/>
          </ac:cxnSpMkLst>
        </pc:cxnChg>
        <pc:cxnChg chg="add del">
          <ac:chgData name="Leighton Williams" userId="61ee7bc3-55f7-436f-ba8b-d6fade88bdd8" providerId="ADAL" clId="{40D15A8A-8ED3-4CE6-A7FD-87DC67B717E8}" dt="2026-02-13T17:39:17.032" v="14" actId="26606"/>
          <ac:cxnSpMkLst>
            <pc:docMk/>
            <pc:sldMk cId="1850846354" sldId="257"/>
            <ac:cxnSpMk id="22" creationId="{B75B4F83-6FDB-4998-8E11-31CE6E7040B7}"/>
          </ac:cxnSpMkLst>
        </pc:cxnChg>
        <pc:cxnChg chg="add">
          <ac:chgData name="Leighton Williams" userId="61ee7bc3-55f7-436f-ba8b-d6fade88bdd8" providerId="ADAL" clId="{40D15A8A-8ED3-4CE6-A7FD-87DC67B717E8}" dt="2026-02-13T17:39:17.057" v="15" actId="26606"/>
          <ac:cxnSpMkLst>
            <pc:docMk/>
            <pc:sldMk cId="1850846354" sldId="257"/>
            <ac:cxnSpMk id="27" creationId="{4BFD5B9F-5FB6-467D-83D5-DF82F1907354}"/>
          </ac:cxnSpMkLst>
        </pc:cxnChg>
      </pc:sldChg>
      <pc:sldChg chg="addSp delSp modSp mod setBg">
        <pc:chgData name="Leighton Williams" userId="61ee7bc3-55f7-436f-ba8b-d6fade88bdd8" providerId="ADAL" clId="{40D15A8A-8ED3-4CE6-A7FD-87DC67B717E8}" dt="2026-02-14T16:28:11.835" v="467" actId="14100"/>
        <pc:sldMkLst>
          <pc:docMk/>
          <pc:sldMk cId="412583613" sldId="258"/>
        </pc:sldMkLst>
        <pc:spChg chg="mod">
          <ac:chgData name="Leighton Williams" userId="61ee7bc3-55f7-436f-ba8b-d6fade88bdd8" providerId="ADAL" clId="{40D15A8A-8ED3-4CE6-A7FD-87DC67B717E8}" dt="2026-02-13T17:40:19.285" v="23" actId="122"/>
          <ac:spMkLst>
            <pc:docMk/>
            <pc:sldMk cId="412583613" sldId="258"/>
            <ac:spMk id="2" creationId="{E3BD8B7F-933D-27EA-F8D9-27888C84D194}"/>
          </ac:spMkLst>
        </pc:spChg>
        <pc:spChg chg="del">
          <ac:chgData name="Leighton Williams" userId="61ee7bc3-55f7-436f-ba8b-d6fade88bdd8" providerId="ADAL" clId="{40D15A8A-8ED3-4CE6-A7FD-87DC67B717E8}" dt="2026-02-13T17:40:16.164" v="22" actId="26606"/>
          <ac:spMkLst>
            <pc:docMk/>
            <pc:sldMk cId="412583613" sldId="258"/>
            <ac:spMk id="3" creationId="{FF4B7085-1761-2FCF-3F25-798A70814595}"/>
          </ac:spMkLst>
        </pc:spChg>
        <pc:spChg chg="add del mod">
          <ac:chgData name="Leighton Williams" userId="61ee7bc3-55f7-436f-ba8b-d6fade88bdd8" providerId="ADAL" clId="{40D15A8A-8ED3-4CE6-A7FD-87DC67B717E8}" dt="2026-02-14T16:27:54.397" v="458"/>
          <ac:spMkLst>
            <pc:docMk/>
            <pc:sldMk cId="412583613" sldId="258"/>
            <ac:spMk id="4" creationId="{FE33D31F-45BD-019F-489B-3B49D9FB79A5}"/>
          </ac:spMkLst>
        </pc:spChg>
        <pc:spChg chg="add mod">
          <ac:chgData name="Leighton Williams" userId="61ee7bc3-55f7-436f-ba8b-d6fade88bdd8" providerId="ADAL" clId="{40D15A8A-8ED3-4CE6-A7FD-87DC67B717E8}" dt="2026-02-14T16:28:11.835" v="467" actId="14100"/>
          <ac:spMkLst>
            <pc:docMk/>
            <pc:sldMk cId="412583613" sldId="258"/>
            <ac:spMk id="8" creationId="{B4B1A9C6-EFE3-5DD4-94D1-3C286718D783}"/>
          </ac:spMkLst>
        </pc:spChg>
        <pc:spChg chg="add">
          <ac:chgData name="Leighton Williams" userId="61ee7bc3-55f7-436f-ba8b-d6fade88bdd8" providerId="ADAL" clId="{40D15A8A-8ED3-4CE6-A7FD-87DC67B717E8}" dt="2026-02-13T17:40:16.164" v="22" actId="26606"/>
          <ac:spMkLst>
            <pc:docMk/>
            <pc:sldMk cId="412583613" sldId="258"/>
            <ac:spMk id="9" creationId="{F68B2C62-7648-4430-90D5-AE0F252AF113}"/>
          </ac:spMkLst>
        </pc:spChg>
        <pc:graphicFrameChg chg="add del">
          <ac:chgData name="Leighton Williams" userId="61ee7bc3-55f7-436f-ba8b-d6fade88bdd8" providerId="ADAL" clId="{40D15A8A-8ED3-4CE6-A7FD-87DC67B717E8}" dt="2026-02-14T16:27:46.153" v="457" actId="478"/>
          <ac:graphicFrameMkLst>
            <pc:docMk/>
            <pc:sldMk cId="412583613" sldId="258"/>
            <ac:graphicFrameMk id="5" creationId="{4DD64D42-073E-40DD-4170-5D7BF99C2FE4}"/>
          </ac:graphicFrameMkLst>
        </pc:graphicFrameChg>
        <pc:graphicFrameChg chg="add del mod">
          <ac:chgData name="Leighton Williams" userId="61ee7bc3-55f7-436f-ba8b-d6fade88bdd8" providerId="ADAL" clId="{40D15A8A-8ED3-4CE6-A7FD-87DC67B717E8}" dt="2026-02-14T16:27:59.780" v="460" actId="478"/>
          <ac:graphicFrameMkLst>
            <pc:docMk/>
            <pc:sldMk cId="412583613" sldId="258"/>
            <ac:graphicFrameMk id="6" creationId="{CD93205E-295D-0FBF-9B5C-FA7F173E60BA}"/>
          </ac:graphicFrameMkLst>
        </pc:graphicFrameChg>
        <pc:cxnChg chg="add">
          <ac:chgData name="Leighton Williams" userId="61ee7bc3-55f7-436f-ba8b-d6fade88bdd8" providerId="ADAL" clId="{40D15A8A-8ED3-4CE6-A7FD-87DC67B717E8}" dt="2026-02-13T17:40:16.164" v="22" actId="26606"/>
          <ac:cxnSpMkLst>
            <pc:docMk/>
            <pc:sldMk cId="412583613" sldId="258"/>
            <ac:cxnSpMk id="11" creationId="{AAD0195E-7F27-4D06-9427-0C121D721A14}"/>
          </ac:cxnSpMkLst>
        </pc:cxnChg>
        <pc:cxnChg chg="add">
          <ac:chgData name="Leighton Williams" userId="61ee7bc3-55f7-436f-ba8b-d6fade88bdd8" providerId="ADAL" clId="{40D15A8A-8ED3-4CE6-A7FD-87DC67B717E8}" dt="2026-02-13T17:40:16.164" v="22" actId="26606"/>
          <ac:cxnSpMkLst>
            <pc:docMk/>
            <pc:sldMk cId="412583613" sldId="258"/>
            <ac:cxnSpMk id="13" creationId="{9D74C2FC-3228-4FC1-B97B-87AD35508D91}"/>
          </ac:cxnSpMkLst>
        </pc:cxnChg>
      </pc:sldChg>
      <pc:sldChg chg="addSp delSp modSp mod setBg modNotesTx">
        <pc:chgData name="Leighton Williams" userId="61ee7bc3-55f7-436f-ba8b-d6fade88bdd8" providerId="ADAL" clId="{40D15A8A-8ED3-4CE6-A7FD-87DC67B717E8}" dt="2026-02-14T16:29:41.768" v="483" actId="20577"/>
        <pc:sldMkLst>
          <pc:docMk/>
          <pc:sldMk cId="3570984630" sldId="259"/>
        </pc:sldMkLst>
        <pc:spChg chg="mod">
          <ac:chgData name="Leighton Williams" userId="61ee7bc3-55f7-436f-ba8b-d6fade88bdd8" providerId="ADAL" clId="{40D15A8A-8ED3-4CE6-A7FD-87DC67B717E8}" dt="2026-02-14T16:28:53.770" v="471" actId="20577"/>
          <ac:spMkLst>
            <pc:docMk/>
            <pc:sldMk cId="3570984630" sldId="259"/>
            <ac:spMk id="2" creationId="{7B58F693-0038-546E-2845-6668B6460562}"/>
          </ac:spMkLst>
        </pc:spChg>
        <pc:spChg chg="del">
          <ac:chgData name="Leighton Williams" userId="61ee7bc3-55f7-436f-ba8b-d6fade88bdd8" providerId="ADAL" clId="{40D15A8A-8ED3-4CE6-A7FD-87DC67B717E8}" dt="2026-02-13T17:44:18.941" v="31" actId="26606"/>
          <ac:spMkLst>
            <pc:docMk/>
            <pc:sldMk cId="3570984630" sldId="259"/>
            <ac:spMk id="3" creationId="{DEBD2FC4-C62C-0699-22D8-1CFFD5DCEEE2}"/>
          </ac:spMkLst>
        </pc:spChg>
        <pc:spChg chg="add del mod">
          <ac:chgData name="Leighton Williams" userId="61ee7bc3-55f7-436f-ba8b-d6fade88bdd8" providerId="ADAL" clId="{40D15A8A-8ED3-4CE6-A7FD-87DC67B717E8}" dt="2026-02-14T16:29:03.895" v="473"/>
          <ac:spMkLst>
            <pc:docMk/>
            <pc:sldMk cId="3570984630" sldId="259"/>
            <ac:spMk id="4" creationId="{A91D6E8F-2F8D-F185-776D-863EDC41CCC8}"/>
          </ac:spMkLst>
        </pc:spChg>
        <pc:spChg chg="add mod">
          <ac:chgData name="Leighton Williams" userId="61ee7bc3-55f7-436f-ba8b-d6fade88bdd8" providerId="ADAL" clId="{40D15A8A-8ED3-4CE6-A7FD-87DC67B717E8}" dt="2026-02-14T16:29:22.338" v="482" actId="14100"/>
          <ac:spMkLst>
            <pc:docMk/>
            <pc:sldMk cId="3570984630" sldId="259"/>
            <ac:spMk id="8" creationId="{5B530562-7B3D-C577-578C-800BA6854A88}"/>
          </ac:spMkLst>
        </pc:spChg>
        <pc:spChg chg="add">
          <ac:chgData name="Leighton Williams" userId="61ee7bc3-55f7-436f-ba8b-d6fade88bdd8" providerId="ADAL" clId="{40D15A8A-8ED3-4CE6-A7FD-87DC67B717E8}" dt="2026-02-13T17:44:18.941" v="31" actId="26606"/>
          <ac:spMkLst>
            <pc:docMk/>
            <pc:sldMk cId="3570984630" sldId="259"/>
            <ac:spMk id="9" creationId="{F68B2C62-7648-4430-90D5-AE0F252AF113}"/>
          </ac:spMkLst>
        </pc:spChg>
        <pc:graphicFrameChg chg="add del modGraphic">
          <ac:chgData name="Leighton Williams" userId="61ee7bc3-55f7-436f-ba8b-d6fade88bdd8" providerId="ADAL" clId="{40D15A8A-8ED3-4CE6-A7FD-87DC67B717E8}" dt="2026-02-14T16:28:57.817" v="472" actId="478"/>
          <ac:graphicFrameMkLst>
            <pc:docMk/>
            <pc:sldMk cId="3570984630" sldId="259"/>
            <ac:graphicFrameMk id="5" creationId="{D9AB083A-1FDD-F916-EA92-A086000331FE}"/>
          </ac:graphicFrameMkLst>
        </pc:graphicFrameChg>
        <pc:graphicFrameChg chg="add del mod">
          <ac:chgData name="Leighton Williams" userId="61ee7bc3-55f7-436f-ba8b-d6fade88bdd8" providerId="ADAL" clId="{40D15A8A-8ED3-4CE6-A7FD-87DC67B717E8}" dt="2026-02-14T16:29:09.979" v="475" actId="478"/>
          <ac:graphicFrameMkLst>
            <pc:docMk/>
            <pc:sldMk cId="3570984630" sldId="259"/>
            <ac:graphicFrameMk id="6" creationId="{C957D637-35BD-8AB7-9EF2-21F8247F1947}"/>
          </ac:graphicFrameMkLst>
        </pc:graphicFrameChg>
        <pc:cxnChg chg="add">
          <ac:chgData name="Leighton Williams" userId="61ee7bc3-55f7-436f-ba8b-d6fade88bdd8" providerId="ADAL" clId="{40D15A8A-8ED3-4CE6-A7FD-87DC67B717E8}" dt="2026-02-13T17:44:18.941" v="31" actId="26606"/>
          <ac:cxnSpMkLst>
            <pc:docMk/>
            <pc:sldMk cId="3570984630" sldId="259"/>
            <ac:cxnSpMk id="11" creationId="{AAD0195E-7F27-4D06-9427-0C121D721A14}"/>
          </ac:cxnSpMkLst>
        </pc:cxnChg>
        <pc:cxnChg chg="add">
          <ac:chgData name="Leighton Williams" userId="61ee7bc3-55f7-436f-ba8b-d6fade88bdd8" providerId="ADAL" clId="{40D15A8A-8ED3-4CE6-A7FD-87DC67B717E8}" dt="2026-02-13T17:44:18.941" v="31" actId="26606"/>
          <ac:cxnSpMkLst>
            <pc:docMk/>
            <pc:sldMk cId="3570984630" sldId="259"/>
            <ac:cxnSpMk id="13" creationId="{9D74C2FC-3228-4FC1-B97B-87AD35508D91}"/>
          </ac:cxnSpMkLst>
        </pc:cxnChg>
      </pc:sldChg>
      <pc:sldChg chg="addSp delSp modSp mod setBg">
        <pc:chgData name="Leighton Williams" userId="61ee7bc3-55f7-436f-ba8b-d6fade88bdd8" providerId="ADAL" clId="{40D15A8A-8ED3-4CE6-A7FD-87DC67B717E8}" dt="2026-02-14T16:31:15.664" v="521" actId="14100"/>
        <pc:sldMkLst>
          <pc:docMk/>
          <pc:sldMk cId="199050544" sldId="260"/>
        </pc:sldMkLst>
        <pc:spChg chg="del mod">
          <ac:chgData name="Leighton Williams" userId="61ee7bc3-55f7-436f-ba8b-d6fade88bdd8" providerId="ADAL" clId="{40D15A8A-8ED3-4CE6-A7FD-87DC67B717E8}" dt="2026-02-14T16:30:26.959" v="490" actId="478"/>
          <ac:spMkLst>
            <pc:docMk/>
            <pc:sldMk cId="199050544" sldId="260"/>
            <ac:spMk id="2" creationId="{AA85AEE3-B63E-B740-1AB1-695D0D83C172}"/>
          </ac:spMkLst>
        </pc:spChg>
        <pc:spChg chg="del">
          <ac:chgData name="Leighton Williams" userId="61ee7bc3-55f7-436f-ba8b-d6fade88bdd8" providerId="ADAL" clId="{40D15A8A-8ED3-4CE6-A7FD-87DC67B717E8}" dt="2026-02-13T17:45:07.140" v="35" actId="26606"/>
          <ac:spMkLst>
            <pc:docMk/>
            <pc:sldMk cId="199050544" sldId="260"/>
            <ac:spMk id="3" creationId="{0FEFB76B-D6C6-48BA-DCE8-4C5B96798F2C}"/>
          </ac:spMkLst>
        </pc:spChg>
        <pc:spChg chg="add mod">
          <ac:chgData name="Leighton Williams" userId="61ee7bc3-55f7-436f-ba8b-d6fade88bdd8" providerId="ADAL" clId="{40D15A8A-8ED3-4CE6-A7FD-87DC67B717E8}" dt="2026-02-14T16:30:43.224" v="509" actId="14100"/>
          <ac:spMkLst>
            <pc:docMk/>
            <pc:sldMk cId="199050544" sldId="260"/>
            <ac:spMk id="6" creationId="{DA72CFDE-EFE6-4668-A258-48A3C5A71272}"/>
          </ac:spMkLst>
        </pc:spChg>
        <pc:spChg chg="add del mod">
          <ac:chgData name="Leighton Williams" userId="61ee7bc3-55f7-436f-ba8b-d6fade88bdd8" providerId="ADAL" clId="{40D15A8A-8ED3-4CE6-A7FD-87DC67B717E8}" dt="2026-02-14T16:30:59.063" v="512"/>
          <ac:spMkLst>
            <pc:docMk/>
            <pc:sldMk cId="199050544" sldId="260"/>
            <ac:spMk id="8" creationId="{C0CA60C6-4FCE-4D6C-7F43-CDD20E0E5331}"/>
          </ac:spMkLst>
        </pc:spChg>
        <pc:spChg chg="add">
          <ac:chgData name="Leighton Williams" userId="61ee7bc3-55f7-436f-ba8b-d6fade88bdd8" providerId="ADAL" clId="{40D15A8A-8ED3-4CE6-A7FD-87DC67B717E8}" dt="2026-02-13T17:45:07.140" v="35" actId="26606"/>
          <ac:spMkLst>
            <pc:docMk/>
            <pc:sldMk cId="199050544" sldId="260"/>
            <ac:spMk id="9" creationId="{F68B2C62-7648-4430-90D5-AE0F252AF113}"/>
          </ac:spMkLst>
        </pc:spChg>
        <pc:spChg chg="add mod">
          <ac:chgData name="Leighton Williams" userId="61ee7bc3-55f7-436f-ba8b-d6fade88bdd8" providerId="ADAL" clId="{40D15A8A-8ED3-4CE6-A7FD-87DC67B717E8}" dt="2026-02-14T16:31:15.664" v="521" actId="14100"/>
          <ac:spMkLst>
            <pc:docMk/>
            <pc:sldMk cId="199050544" sldId="260"/>
            <ac:spMk id="14" creationId="{AC89D106-72A6-2914-F461-AEAB2FF30D1F}"/>
          </ac:spMkLst>
        </pc:spChg>
        <pc:graphicFrameChg chg="add del mod">
          <ac:chgData name="Leighton Williams" userId="61ee7bc3-55f7-436f-ba8b-d6fade88bdd8" providerId="ADAL" clId="{40D15A8A-8ED3-4CE6-A7FD-87DC67B717E8}" dt="2026-02-14T16:30:47.330" v="510" actId="478"/>
          <ac:graphicFrameMkLst>
            <pc:docMk/>
            <pc:sldMk cId="199050544" sldId="260"/>
            <ac:graphicFrameMk id="3" creationId="{F1E5C9D4-30D6-EED6-5DDE-2790C3078B69}"/>
          </ac:graphicFrameMkLst>
        </pc:graphicFrameChg>
        <pc:graphicFrameChg chg="add del">
          <ac:chgData name="Leighton Williams" userId="61ee7bc3-55f7-436f-ba8b-d6fade88bdd8" providerId="ADAL" clId="{40D15A8A-8ED3-4CE6-A7FD-87DC67B717E8}" dt="2026-02-14T16:30:53.504" v="511" actId="478"/>
          <ac:graphicFrameMkLst>
            <pc:docMk/>
            <pc:sldMk cId="199050544" sldId="260"/>
            <ac:graphicFrameMk id="5" creationId="{EB6E18B8-7EC7-A8D2-705A-E80883D8188B}"/>
          </ac:graphicFrameMkLst>
        </pc:graphicFrameChg>
        <pc:graphicFrameChg chg="add del mod">
          <ac:chgData name="Leighton Williams" userId="61ee7bc3-55f7-436f-ba8b-d6fade88bdd8" providerId="ADAL" clId="{40D15A8A-8ED3-4CE6-A7FD-87DC67B717E8}" dt="2026-02-14T16:31:03.418" v="514" actId="478"/>
          <ac:graphicFrameMkLst>
            <pc:docMk/>
            <pc:sldMk cId="199050544" sldId="260"/>
            <ac:graphicFrameMk id="10" creationId="{E8FCCE65-6B2F-CE74-C905-F51D3DF39AB3}"/>
          </ac:graphicFrameMkLst>
        </pc:graphicFrameChg>
        <pc:cxnChg chg="add">
          <ac:chgData name="Leighton Williams" userId="61ee7bc3-55f7-436f-ba8b-d6fade88bdd8" providerId="ADAL" clId="{40D15A8A-8ED3-4CE6-A7FD-87DC67B717E8}" dt="2026-02-13T17:45:07.140" v="35" actId="26606"/>
          <ac:cxnSpMkLst>
            <pc:docMk/>
            <pc:sldMk cId="199050544" sldId="260"/>
            <ac:cxnSpMk id="11" creationId="{AAD0195E-7F27-4D06-9427-0C121D721A14}"/>
          </ac:cxnSpMkLst>
        </pc:cxnChg>
        <pc:cxnChg chg="add">
          <ac:chgData name="Leighton Williams" userId="61ee7bc3-55f7-436f-ba8b-d6fade88bdd8" providerId="ADAL" clId="{40D15A8A-8ED3-4CE6-A7FD-87DC67B717E8}" dt="2026-02-13T17:45:07.140" v="35" actId="26606"/>
          <ac:cxnSpMkLst>
            <pc:docMk/>
            <pc:sldMk cId="199050544" sldId="260"/>
            <ac:cxnSpMk id="13" creationId="{9D74C2FC-3228-4FC1-B97B-87AD35508D91}"/>
          </ac:cxnSpMkLst>
        </pc:cxnChg>
      </pc:sldChg>
      <pc:sldChg chg="addSp delSp modSp mod ord">
        <pc:chgData name="Leighton Williams" userId="61ee7bc3-55f7-436f-ba8b-d6fade88bdd8" providerId="ADAL" clId="{40D15A8A-8ED3-4CE6-A7FD-87DC67B717E8}" dt="2026-02-14T16:33:04.183" v="570" actId="12788"/>
        <pc:sldMkLst>
          <pc:docMk/>
          <pc:sldMk cId="637619629" sldId="261"/>
        </pc:sldMkLst>
        <pc:spChg chg="mod">
          <ac:chgData name="Leighton Williams" userId="61ee7bc3-55f7-436f-ba8b-d6fade88bdd8" providerId="ADAL" clId="{40D15A8A-8ED3-4CE6-A7FD-87DC67B717E8}" dt="2026-02-14T16:32:44.011" v="564" actId="20577"/>
          <ac:spMkLst>
            <pc:docMk/>
            <pc:sldMk cId="637619629" sldId="261"/>
            <ac:spMk id="2" creationId="{83EAF82C-0904-77C6-4F15-3E5158B9414C}"/>
          </ac:spMkLst>
        </pc:spChg>
        <pc:spChg chg="mod">
          <ac:chgData name="Leighton Williams" userId="61ee7bc3-55f7-436f-ba8b-d6fade88bdd8" providerId="ADAL" clId="{40D15A8A-8ED3-4CE6-A7FD-87DC67B717E8}" dt="2026-02-14T16:32:56.872" v="568" actId="14100"/>
          <ac:spMkLst>
            <pc:docMk/>
            <pc:sldMk cId="637619629" sldId="261"/>
            <ac:spMk id="3" creationId="{71994539-FFA7-4287-0E6F-216EE8913240}"/>
          </ac:spMkLst>
        </pc:spChg>
        <pc:picChg chg="add del mod">
          <ac:chgData name="Leighton Williams" userId="61ee7bc3-55f7-436f-ba8b-d6fade88bdd8" providerId="ADAL" clId="{40D15A8A-8ED3-4CE6-A7FD-87DC67B717E8}" dt="2026-02-14T14:27:58.460" v="224" actId="478"/>
          <ac:picMkLst>
            <pc:docMk/>
            <pc:sldMk cId="637619629" sldId="261"/>
            <ac:picMk id="5" creationId="{0FBD46FA-B190-AD35-2DFC-9A93A35A39CA}"/>
          </ac:picMkLst>
        </pc:picChg>
        <pc:picChg chg="add mod">
          <ac:chgData name="Leighton Williams" userId="61ee7bc3-55f7-436f-ba8b-d6fade88bdd8" providerId="ADAL" clId="{40D15A8A-8ED3-4CE6-A7FD-87DC67B717E8}" dt="2026-02-14T16:33:04.183" v="570" actId="12788"/>
          <ac:picMkLst>
            <pc:docMk/>
            <pc:sldMk cId="637619629" sldId="261"/>
            <ac:picMk id="7" creationId="{28E37D4A-E6F1-978B-360D-4C65581C99E1}"/>
          </ac:picMkLst>
        </pc:picChg>
        <pc:picChg chg="add del mod">
          <ac:chgData name="Leighton Williams" userId="61ee7bc3-55f7-436f-ba8b-d6fade88bdd8" providerId="ADAL" clId="{40D15A8A-8ED3-4CE6-A7FD-87DC67B717E8}" dt="2026-02-14T14:16:20.544" v="193" actId="478"/>
          <ac:picMkLst>
            <pc:docMk/>
            <pc:sldMk cId="637619629" sldId="261"/>
            <ac:picMk id="5122" creationId="{767DCAE8-D9F6-E703-2C1A-44E1E2DB6002}"/>
          </ac:picMkLst>
        </pc:picChg>
      </pc:sldChg>
      <pc:sldChg chg="addSp delSp modSp mod">
        <pc:chgData name="Leighton Williams" userId="61ee7bc3-55f7-436f-ba8b-d6fade88bdd8" providerId="ADAL" clId="{40D15A8A-8ED3-4CE6-A7FD-87DC67B717E8}" dt="2026-02-14T16:33:42.190" v="571" actId="20577"/>
        <pc:sldMkLst>
          <pc:docMk/>
          <pc:sldMk cId="1707314314" sldId="262"/>
        </pc:sldMkLst>
        <pc:spChg chg="mod">
          <ac:chgData name="Leighton Williams" userId="61ee7bc3-55f7-436f-ba8b-d6fade88bdd8" providerId="ADAL" clId="{40D15A8A-8ED3-4CE6-A7FD-87DC67B717E8}" dt="2026-02-14T16:33:42.190" v="571" actId="20577"/>
          <ac:spMkLst>
            <pc:docMk/>
            <pc:sldMk cId="1707314314" sldId="262"/>
            <ac:spMk id="3" creationId="{E1164E74-52C7-B54F-ACA3-002B58C8BABC}"/>
          </ac:spMkLst>
        </pc:spChg>
        <pc:picChg chg="add del">
          <ac:chgData name="Leighton Williams" userId="61ee7bc3-55f7-436f-ba8b-d6fade88bdd8" providerId="ADAL" clId="{40D15A8A-8ED3-4CE6-A7FD-87DC67B717E8}" dt="2026-02-13T17:34:35.235" v="1" actId="478"/>
          <ac:picMkLst>
            <pc:docMk/>
            <pc:sldMk cId="1707314314" sldId="262"/>
            <ac:picMk id="5" creationId="{9D23A44F-2D54-478F-1350-97916C292B47}"/>
          </ac:picMkLst>
        </pc:picChg>
        <pc:picChg chg="add del mod">
          <ac:chgData name="Leighton Williams" userId="61ee7bc3-55f7-436f-ba8b-d6fade88bdd8" providerId="ADAL" clId="{40D15A8A-8ED3-4CE6-A7FD-87DC67B717E8}" dt="2026-02-14T14:26:55.576" v="215" actId="478"/>
          <ac:picMkLst>
            <pc:docMk/>
            <pc:sldMk cId="1707314314" sldId="262"/>
            <ac:picMk id="5" creationId="{F0F6F971-D0B9-6792-EB89-D070EAF67CE1}"/>
          </ac:picMkLst>
        </pc:picChg>
        <pc:picChg chg="add del mod">
          <ac:chgData name="Leighton Williams" userId="61ee7bc3-55f7-436f-ba8b-d6fade88bdd8" providerId="ADAL" clId="{40D15A8A-8ED3-4CE6-A7FD-87DC67B717E8}" dt="2026-02-14T14:15:09.411" v="186" actId="478"/>
          <ac:picMkLst>
            <pc:docMk/>
            <pc:sldMk cId="1707314314" sldId="262"/>
            <ac:picMk id="7" creationId="{09BF16B4-69E0-8D2C-EE9C-0F3DBB6D2386}"/>
          </ac:picMkLst>
        </pc:picChg>
        <pc:picChg chg="add mod">
          <ac:chgData name="Leighton Williams" userId="61ee7bc3-55f7-436f-ba8b-d6fade88bdd8" providerId="ADAL" clId="{40D15A8A-8ED3-4CE6-A7FD-87DC67B717E8}" dt="2026-02-14T14:27:28.137" v="222" actId="12788"/>
          <ac:picMkLst>
            <pc:docMk/>
            <pc:sldMk cId="1707314314" sldId="262"/>
            <ac:picMk id="8" creationId="{94449899-4CB7-9128-3657-88EDBEC147F4}"/>
          </ac:picMkLst>
        </pc:picChg>
      </pc:sldChg>
      <pc:sldChg chg="addSp delSp modSp mod setBg">
        <pc:chgData name="Leighton Williams" userId="61ee7bc3-55f7-436f-ba8b-d6fade88bdd8" providerId="ADAL" clId="{40D15A8A-8ED3-4CE6-A7FD-87DC67B717E8}" dt="2026-02-14T16:35:04.478" v="588" actId="14100"/>
        <pc:sldMkLst>
          <pc:docMk/>
          <pc:sldMk cId="1646728317" sldId="263"/>
        </pc:sldMkLst>
        <pc:spChg chg="mod">
          <ac:chgData name="Leighton Williams" userId="61ee7bc3-55f7-436f-ba8b-d6fade88bdd8" providerId="ADAL" clId="{40D15A8A-8ED3-4CE6-A7FD-87DC67B717E8}" dt="2026-02-13T17:46:34.854" v="44" actId="122"/>
          <ac:spMkLst>
            <pc:docMk/>
            <pc:sldMk cId="1646728317" sldId="263"/>
            <ac:spMk id="2" creationId="{6072D52B-EB7C-7F19-862B-8B7C23A11B44}"/>
          </ac:spMkLst>
        </pc:spChg>
        <pc:spChg chg="del">
          <ac:chgData name="Leighton Williams" userId="61ee7bc3-55f7-436f-ba8b-d6fade88bdd8" providerId="ADAL" clId="{40D15A8A-8ED3-4CE6-A7FD-87DC67B717E8}" dt="2026-02-13T17:46:06.901" v="37" actId="26606"/>
          <ac:spMkLst>
            <pc:docMk/>
            <pc:sldMk cId="1646728317" sldId="263"/>
            <ac:spMk id="3" creationId="{229C9445-4D79-01C5-D9E8-2EF736511517}"/>
          </ac:spMkLst>
        </pc:spChg>
        <pc:spChg chg="add del mod">
          <ac:chgData name="Leighton Williams" userId="61ee7bc3-55f7-436f-ba8b-d6fade88bdd8" providerId="ADAL" clId="{40D15A8A-8ED3-4CE6-A7FD-87DC67B717E8}" dt="2026-02-14T16:34:20.784" v="576"/>
          <ac:spMkLst>
            <pc:docMk/>
            <pc:sldMk cId="1646728317" sldId="263"/>
            <ac:spMk id="4" creationId="{0778D3E4-B31A-E1E2-D31E-CEB31D1D9F6C}"/>
          </ac:spMkLst>
        </pc:spChg>
        <pc:spChg chg="add mod">
          <ac:chgData name="Leighton Williams" userId="61ee7bc3-55f7-436f-ba8b-d6fade88bdd8" providerId="ADAL" clId="{40D15A8A-8ED3-4CE6-A7FD-87DC67B717E8}" dt="2026-02-14T16:35:04.478" v="588" actId="14100"/>
          <ac:spMkLst>
            <pc:docMk/>
            <pc:sldMk cId="1646728317" sldId="263"/>
            <ac:spMk id="8" creationId="{FB94AF17-C636-D92C-BDC5-1DDD1221F25D}"/>
          </ac:spMkLst>
        </pc:spChg>
        <pc:spChg chg="add">
          <ac:chgData name="Leighton Williams" userId="61ee7bc3-55f7-436f-ba8b-d6fade88bdd8" providerId="ADAL" clId="{40D15A8A-8ED3-4CE6-A7FD-87DC67B717E8}" dt="2026-02-13T17:46:06.901" v="37" actId="26606"/>
          <ac:spMkLst>
            <pc:docMk/>
            <pc:sldMk cId="1646728317" sldId="263"/>
            <ac:spMk id="9" creationId="{F68B2C62-7648-4430-90D5-AE0F252AF113}"/>
          </ac:spMkLst>
        </pc:spChg>
        <pc:spChg chg="add">
          <ac:chgData name="Leighton Williams" userId="61ee7bc3-55f7-436f-ba8b-d6fade88bdd8" providerId="ADAL" clId="{40D15A8A-8ED3-4CE6-A7FD-87DC67B717E8}" dt="2026-02-13T17:46:06.901" v="37" actId="26606"/>
          <ac:spMkLst>
            <pc:docMk/>
            <pc:sldMk cId="1646728317" sldId="263"/>
            <ac:spMk id="11" creationId="{19604516-F583-413C-8C0B-E7944F332B5A}"/>
          </ac:spMkLst>
        </pc:spChg>
        <pc:graphicFrameChg chg="add del mod modGraphic">
          <ac:chgData name="Leighton Williams" userId="61ee7bc3-55f7-436f-ba8b-d6fade88bdd8" providerId="ADAL" clId="{40D15A8A-8ED3-4CE6-A7FD-87DC67B717E8}" dt="2026-02-14T16:34:09.461" v="574" actId="478"/>
          <ac:graphicFrameMkLst>
            <pc:docMk/>
            <pc:sldMk cId="1646728317" sldId="263"/>
            <ac:graphicFrameMk id="5" creationId="{DD78A831-7275-1CF4-D7BD-537269DCE692}"/>
          </ac:graphicFrameMkLst>
        </pc:graphicFrameChg>
        <pc:graphicFrameChg chg="add del mod">
          <ac:chgData name="Leighton Williams" userId="61ee7bc3-55f7-436f-ba8b-d6fade88bdd8" providerId="ADAL" clId="{40D15A8A-8ED3-4CE6-A7FD-87DC67B717E8}" dt="2026-02-14T16:34:25.624" v="578" actId="478"/>
          <ac:graphicFrameMkLst>
            <pc:docMk/>
            <pc:sldMk cId="1646728317" sldId="263"/>
            <ac:graphicFrameMk id="6" creationId="{324F7B0A-642A-FF12-5EA0-901A76B56945}"/>
          </ac:graphicFrameMkLst>
        </pc:graphicFrameChg>
        <pc:cxnChg chg="add">
          <ac:chgData name="Leighton Williams" userId="61ee7bc3-55f7-436f-ba8b-d6fade88bdd8" providerId="ADAL" clId="{40D15A8A-8ED3-4CE6-A7FD-87DC67B717E8}" dt="2026-02-13T17:46:06.901" v="37" actId="26606"/>
          <ac:cxnSpMkLst>
            <pc:docMk/>
            <pc:sldMk cId="1646728317" sldId="263"/>
            <ac:cxnSpMk id="13" creationId="{4BFD5B9F-5FB6-467D-83D5-DF82F1907354}"/>
          </ac:cxnSpMkLst>
        </pc:cxnChg>
      </pc:sldChg>
      <pc:sldChg chg="addSp delSp modSp mod setBg">
        <pc:chgData name="Leighton Williams" userId="61ee7bc3-55f7-436f-ba8b-d6fade88bdd8" providerId="ADAL" clId="{40D15A8A-8ED3-4CE6-A7FD-87DC67B717E8}" dt="2026-02-14T16:35:59.051" v="614" actId="14100"/>
        <pc:sldMkLst>
          <pc:docMk/>
          <pc:sldMk cId="1089753456" sldId="264"/>
        </pc:sldMkLst>
        <pc:spChg chg="mod">
          <ac:chgData name="Leighton Williams" userId="61ee7bc3-55f7-436f-ba8b-d6fade88bdd8" providerId="ADAL" clId="{40D15A8A-8ED3-4CE6-A7FD-87DC67B717E8}" dt="2026-02-14T16:35:25.497" v="603" actId="20577"/>
          <ac:spMkLst>
            <pc:docMk/>
            <pc:sldMk cId="1089753456" sldId="264"/>
            <ac:spMk id="2" creationId="{A72B341A-A939-54E6-1B23-678ECA3438AB}"/>
          </ac:spMkLst>
        </pc:spChg>
        <pc:spChg chg="add del">
          <ac:chgData name="Leighton Williams" userId="61ee7bc3-55f7-436f-ba8b-d6fade88bdd8" providerId="ADAL" clId="{40D15A8A-8ED3-4CE6-A7FD-87DC67B717E8}" dt="2026-02-13T17:47:28.643" v="53" actId="26606"/>
          <ac:spMkLst>
            <pc:docMk/>
            <pc:sldMk cId="1089753456" sldId="264"/>
            <ac:spMk id="3" creationId="{FF03E09F-010D-95AA-9CE3-7CCF16121981}"/>
          </ac:spMkLst>
        </pc:spChg>
        <pc:spChg chg="add del mod">
          <ac:chgData name="Leighton Williams" userId="61ee7bc3-55f7-436f-ba8b-d6fade88bdd8" providerId="ADAL" clId="{40D15A8A-8ED3-4CE6-A7FD-87DC67B717E8}" dt="2026-02-14T16:35:36.785" v="605"/>
          <ac:spMkLst>
            <pc:docMk/>
            <pc:sldMk cId="1089753456" sldId="264"/>
            <ac:spMk id="4" creationId="{CEB10F43-1C31-ADAC-02A0-BD7FEB04BAF5}"/>
          </ac:spMkLst>
        </pc:spChg>
        <pc:spChg chg="add mod">
          <ac:chgData name="Leighton Williams" userId="61ee7bc3-55f7-436f-ba8b-d6fade88bdd8" providerId="ADAL" clId="{40D15A8A-8ED3-4CE6-A7FD-87DC67B717E8}" dt="2026-02-14T16:35:59.051" v="614" actId="14100"/>
          <ac:spMkLst>
            <pc:docMk/>
            <pc:sldMk cId="1089753456" sldId="264"/>
            <ac:spMk id="7" creationId="{6347888A-5364-5B24-AEAA-E76B8C41C090}"/>
          </ac:spMkLst>
        </pc:spChg>
        <pc:spChg chg="add del">
          <ac:chgData name="Leighton Williams" userId="61ee7bc3-55f7-436f-ba8b-d6fade88bdd8" providerId="ADAL" clId="{40D15A8A-8ED3-4CE6-A7FD-87DC67B717E8}" dt="2026-02-13T17:47:17.315" v="46" actId="26606"/>
          <ac:spMkLst>
            <pc:docMk/>
            <pc:sldMk cId="1089753456" sldId="264"/>
            <ac:spMk id="9" creationId="{F68B2C62-7648-4430-90D5-AE0F252AF113}"/>
          </ac:spMkLst>
        </pc:spChg>
        <pc:spChg chg="add del">
          <ac:chgData name="Leighton Williams" userId="61ee7bc3-55f7-436f-ba8b-d6fade88bdd8" providerId="ADAL" clId="{40D15A8A-8ED3-4CE6-A7FD-87DC67B717E8}" dt="2026-02-13T17:47:21.048" v="48" actId="26606"/>
          <ac:spMkLst>
            <pc:docMk/>
            <pc:sldMk cId="1089753456" sldId="264"/>
            <ac:spMk id="15" creationId="{F68B2C62-7648-4430-90D5-AE0F252AF113}"/>
          </ac:spMkLst>
        </pc:spChg>
        <pc:spChg chg="add del">
          <ac:chgData name="Leighton Williams" userId="61ee7bc3-55f7-436f-ba8b-d6fade88bdd8" providerId="ADAL" clId="{40D15A8A-8ED3-4CE6-A7FD-87DC67B717E8}" dt="2026-02-13T17:47:21.914" v="50" actId="26606"/>
          <ac:spMkLst>
            <pc:docMk/>
            <pc:sldMk cId="1089753456" sldId="264"/>
            <ac:spMk id="20" creationId="{F68B2C62-7648-4430-90D5-AE0F252AF113}"/>
          </ac:spMkLst>
        </pc:spChg>
        <pc:spChg chg="add del">
          <ac:chgData name="Leighton Williams" userId="61ee7bc3-55f7-436f-ba8b-d6fade88bdd8" providerId="ADAL" clId="{40D15A8A-8ED3-4CE6-A7FD-87DC67B717E8}" dt="2026-02-13T17:47:21.914" v="50" actId="26606"/>
          <ac:spMkLst>
            <pc:docMk/>
            <pc:sldMk cId="1089753456" sldId="264"/>
            <ac:spMk id="21" creationId="{19604516-F583-413C-8C0B-E7944F332B5A}"/>
          </ac:spMkLst>
        </pc:spChg>
        <pc:spChg chg="add del">
          <ac:chgData name="Leighton Williams" userId="61ee7bc3-55f7-436f-ba8b-d6fade88bdd8" providerId="ADAL" clId="{40D15A8A-8ED3-4CE6-A7FD-87DC67B717E8}" dt="2026-02-13T17:47:28.627" v="52" actId="26606"/>
          <ac:spMkLst>
            <pc:docMk/>
            <pc:sldMk cId="1089753456" sldId="264"/>
            <ac:spMk id="25" creationId="{F68B2C62-7648-4430-90D5-AE0F252AF113}"/>
          </ac:spMkLst>
        </pc:spChg>
        <pc:spChg chg="add">
          <ac:chgData name="Leighton Williams" userId="61ee7bc3-55f7-436f-ba8b-d6fade88bdd8" providerId="ADAL" clId="{40D15A8A-8ED3-4CE6-A7FD-87DC67B717E8}" dt="2026-02-13T17:47:28.643" v="53" actId="26606"/>
          <ac:spMkLst>
            <pc:docMk/>
            <pc:sldMk cId="1089753456" sldId="264"/>
            <ac:spMk id="29" creationId="{F68B2C62-7648-4430-90D5-AE0F252AF113}"/>
          </ac:spMkLst>
        </pc:spChg>
        <pc:graphicFrameChg chg="add del mod">
          <ac:chgData name="Leighton Williams" userId="61ee7bc3-55f7-436f-ba8b-d6fade88bdd8" providerId="ADAL" clId="{40D15A8A-8ED3-4CE6-A7FD-87DC67B717E8}" dt="2026-02-14T16:35:43.507" v="607" actId="478"/>
          <ac:graphicFrameMkLst>
            <pc:docMk/>
            <pc:sldMk cId="1089753456" sldId="264"/>
            <ac:graphicFrameMk id="5" creationId="{A93D5904-7E6E-BAC4-6A8A-BE79296CC492}"/>
          </ac:graphicFrameMkLst>
        </pc:graphicFrameChg>
        <pc:graphicFrameChg chg="add del">
          <ac:chgData name="Leighton Williams" userId="61ee7bc3-55f7-436f-ba8b-d6fade88bdd8" providerId="ADAL" clId="{40D15A8A-8ED3-4CE6-A7FD-87DC67B717E8}" dt="2026-02-13T17:47:17.315" v="46" actId="26606"/>
          <ac:graphicFrameMkLst>
            <pc:docMk/>
            <pc:sldMk cId="1089753456" sldId="264"/>
            <ac:graphicFrameMk id="5" creationId="{DB91F7CB-D016-ED6C-ADC6-60616D0EDE03}"/>
          </ac:graphicFrameMkLst>
        </pc:graphicFrameChg>
        <pc:graphicFrameChg chg="add del">
          <ac:chgData name="Leighton Williams" userId="61ee7bc3-55f7-436f-ba8b-d6fade88bdd8" providerId="ADAL" clId="{40D15A8A-8ED3-4CE6-A7FD-87DC67B717E8}" dt="2026-02-13T17:47:21.048" v="48" actId="26606"/>
          <ac:graphicFrameMkLst>
            <pc:docMk/>
            <pc:sldMk cId="1089753456" sldId="264"/>
            <ac:graphicFrameMk id="18" creationId="{2E01B955-AB15-5234-DBB5-D90F570CE8C7}"/>
          </ac:graphicFrameMkLst>
        </pc:graphicFrameChg>
        <pc:graphicFrameChg chg="add del">
          <ac:chgData name="Leighton Williams" userId="61ee7bc3-55f7-436f-ba8b-d6fade88bdd8" providerId="ADAL" clId="{40D15A8A-8ED3-4CE6-A7FD-87DC67B717E8}" dt="2026-02-13T17:47:21.914" v="50" actId="26606"/>
          <ac:graphicFrameMkLst>
            <pc:docMk/>
            <pc:sldMk cId="1089753456" sldId="264"/>
            <ac:graphicFrameMk id="23" creationId="{C49ECCAB-54E7-3B93-F5A3-F0FE7D2AD82E}"/>
          </ac:graphicFrameMkLst>
        </pc:graphicFrameChg>
        <pc:graphicFrameChg chg="add del">
          <ac:chgData name="Leighton Williams" userId="61ee7bc3-55f7-436f-ba8b-d6fade88bdd8" providerId="ADAL" clId="{40D15A8A-8ED3-4CE6-A7FD-87DC67B717E8}" dt="2026-02-13T17:47:28.627" v="52" actId="26606"/>
          <ac:graphicFrameMkLst>
            <pc:docMk/>
            <pc:sldMk cId="1089753456" sldId="264"/>
            <ac:graphicFrameMk id="27" creationId="{003A1BA9-5119-4EB0-9893-BEBE7EBC5CD7}"/>
          </ac:graphicFrameMkLst>
        </pc:graphicFrameChg>
        <pc:graphicFrameChg chg="add del">
          <ac:chgData name="Leighton Williams" userId="61ee7bc3-55f7-436f-ba8b-d6fade88bdd8" providerId="ADAL" clId="{40D15A8A-8ED3-4CE6-A7FD-87DC67B717E8}" dt="2026-02-14T16:35:30.407" v="604" actId="478"/>
          <ac:graphicFrameMkLst>
            <pc:docMk/>
            <pc:sldMk cId="1089753456" sldId="264"/>
            <ac:graphicFrameMk id="31" creationId="{7A5B7763-F1FF-D09A-9BA1-0DD234C486F8}"/>
          </ac:graphicFrameMkLst>
        </pc:graphicFrameChg>
        <pc:cxnChg chg="add del">
          <ac:chgData name="Leighton Williams" userId="61ee7bc3-55f7-436f-ba8b-d6fade88bdd8" providerId="ADAL" clId="{40D15A8A-8ED3-4CE6-A7FD-87DC67B717E8}" dt="2026-02-13T17:47:17.315" v="46" actId="26606"/>
          <ac:cxnSpMkLst>
            <pc:docMk/>
            <pc:sldMk cId="1089753456" sldId="264"/>
            <ac:cxnSpMk id="11" creationId="{AAD0195E-7F27-4D06-9427-0C121D721A14}"/>
          </ac:cxnSpMkLst>
        </pc:cxnChg>
        <pc:cxnChg chg="add del">
          <ac:chgData name="Leighton Williams" userId="61ee7bc3-55f7-436f-ba8b-d6fade88bdd8" providerId="ADAL" clId="{40D15A8A-8ED3-4CE6-A7FD-87DC67B717E8}" dt="2026-02-13T17:47:17.315" v="46" actId="26606"/>
          <ac:cxnSpMkLst>
            <pc:docMk/>
            <pc:sldMk cId="1089753456" sldId="264"/>
            <ac:cxnSpMk id="13" creationId="{9D74C2FC-3228-4FC1-B97B-87AD35508D91}"/>
          </ac:cxnSpMkLst>
        </pc:cxnChg>
        <pc:cxnChg chg="add del">
          <ac:chgData name="Leighton Williams" userId="61ee7bc3-55f7-436f-ba8b-d6fade88bdd8" providerId="ADAL" clId="{40D15A8A-8ED3-4CE6-A7FD-87DC67B717E8}" dt="2026-02-13T17:47:21.048" v="48" actId="26606"/>
          <ac:cxnSpMkLst>
            <pc:docMk/>
            <pc:sldMk cId="1089753456" sldId="264"/>
            <ac:cxnSpMk id="16" creationId="{AAD0195E-7F27-4D06-9427-0C121D721A14}"/>
          </ac:cxnSpMkLst>
        </pc:cxnChg>
        <pc:cxnChg chg="add del">
          <ac:chgData name="Leighton Williams" userId="61ee7bc3-55f7-436f-ba8b-d6fade88bdd8" providerId="ADAL" clId="{40D15A8A-8ED3-4CE6-A7FD-87DC67B717E8}" dt="2026-02-13T17:47:21.048" v="48" actId="26606"/>
          <ac:cxnSpMkLst>
            <pc:docMk/>
            <pc:sldMk cId="1089753456" sldId="264"/>
            <ac:cxnSpMk id="17" creationId="{9D74C2FC-3228-4FC1-B97B-87AD35508D91}"/>
          </ac:cxnSpMkLst>
        </pc:cxnChg>
        <pc:cxnChg chg="add del">
          <ac:chgData name="Leighton Williams" userId="61ee7bc3-55f7-436f-ba8b-d6fade88bdd8" providerId="ADAL" clId="{40D15A8A-8ED3-4CE6-A7FD-87DC67B717E8}" dt="2026-02-13T17:47:21.914" v="50" actId="26606"/>
          <ac:cxnSpMkLst>
            <pc:docMk/>
            <pc:sldMk cId="1089753456" sldId="264"/>
            <ac:cxnSpMk id="22" creationId="{4BFD5B9F-5FB6-467D-83D5-DF82F1907354}"/>
          </ac:cxnSpMkLst>
        </pc:cxnChg>
        <pc:cxnChg chg="add del">
          <ac:chgData name="Leighton Williams" userId="61ee7bc3-55f7-436f-ba8b-d6fade88bdd8" providerId="ADAL" clId="{40D15A8A-8ED3-4CE6-A7FD-87DC67B717E8}" dt="2026-02-13T17:47:28.627" v="52" actId="26606"/>
          <ac:cxnSpMkLst>
            <pc:docMk/>
            <pc:sldMk cId="1089753456" sldId="264"/>
            <ac:cxnSpMk id="26" creationId="{9BB96FAB-CCBF-4D1E-9D0D-B038ACC29BD0}"/>
          </ac:cxnSpMkLst>
        </pc:cxnChg>
        <pc:cxnChg chg="add">
          <ac:chgData name="Leighton Williams" userId="61ee7bc3-55f7-436f-ba8b-d6fade88bdd8" providerId="ADAL" clId="{40D15A8A-8ED3-4CE6-A7FD-87DC67B717E8}" dt="2026-02-13T17:47:28.643" v="53" actId="26606"/>
          <ac:cxnSpMkLst>
            <pc:docMk/>
            <pc:sldMk cId="1089753456" sldId="264"/>
            <ac:cxnSpMk id="30" creationId="{9BB96FAB-CCBF-4D1E-9D0D-B038ACC29BD0}"/>
          </ac:cxnSpMkLst>
        </pc:cxnChg>
      </pc:sldChg>
      <pc:sldChg chg="addSp delSp modSp mod setBg modNotesTx">
        <pc:chgData name="Leighton Williams" userId="61ee7bc3-55f7-436f-ba8b-d6fade88bdd8" providerId="ADAL" clId="{40D15A8A-8ED3-4CE6-A7FD-87DC67B717E8}" dt="2026-02-14T16:37:04.841" v="652" actId="20577"/>
        <pc:sldMkLst>
          <pc:docMk/>
          <pc:sldMk cId="361805556" sldId="265"/>
        </pc:sldMkLst>
        <pc:spChg chg="mod">
          <ac:chgData name="Leighton Williams" userId="61ee7bc3-55f7-436f-ba8b-d6fade88bdd8" providerId="ADAL" clId="{40D15A8A-8ED3-4CE6-A7FD-87DC67B717E8}" dt="2026-02-14T16:36:17.724" v="640" actId="20577"/>
          <ac:spMkLst>
            <pc:docMk/>
            <pc:sldMk cId="361805556" sldId="265"/>
            <ac:spMk id="2" creationId="{BCA978A1-87EE-0A6B-41DA-8BD9EB87CC98}"/>
          </ac:spMkLst>
        </pc:spChg>
        <pc:spChg chg="del">
          <ac:chgData name="Leighton Williams" userId="61ee7bc3-55f7-436f-ba8b-d6fade88bdd8" providerId="ADAL" clId="{40D15A8A-8ED3-4CE6-A7FD-87DC67B717E8}" dt="2026-02-13T17:47:45.733" v="54" actId="26606"/>
          <ac:spMkLst>
            <pc:docMk/>
            <pc:sldMk cId="361805556" sldId="265"/>
            <ac:spMk id="3" creationId="{3CF43198-AE3F-B15E-0016-A4CD6B9F4C3F}"/>
          </ac:spMkLst>
        </pc:spChg>
        <pc:spChg chg="add del mod">
          <ac:chgData name="Leighton Williams" userId="61ee7bc3-55f7-436f-ba8b-d6fade88bdd8" providerId="ADAL" clId="{40D15A8A-8ED3-4CE6-A7FD-87DC67B717E8}" dt="2026-02-14T16:36:27.831" v="642"/>
          <ac:spMkLst>
            <pc:docMk/>
            <pc:sldMk cId="361805556" sldId="265"/>
            <ac:spMk id="4" creationId="{C3AEF683-7771-424E-92CD-2912425D1379}"/>
          </ac:spMkLst>
        </pc:spChg>
        <pc:spChg chg="add mod">
          <ac:chgData name="Leighton Williams" userId="61ee7bc3-55f7-436f-ba8b-d6fade88bdd8" providerId="ADAL" clId="{40D15A8A-8ED3-4CE6-A7FD-87DC67B717E8}" dt="2026-02-14T16:36:51.579" v="651" actId="14100"/>
          <ac:spMkLst>
            <pc:docMk/>
            <pc:sldMk cId="361805556" sldId="265"/>
            <ac:spMk id="8" creationId="{A1D88D46-6F9B-2179-C058-86580B487938}"/>
          </ac:spMkLst>
        </pc:spChg>
        <pc:spChg chg="add">
          <ac:chgData name="Leighton Williams" userId="61ee7bc3-55f7-436f-ba8b-d6fade88bdd8" providerId="ADAL" clId="{40D15A8A-8ED3-4CE6-A7FD-87DC67B717E8}" dt="2026-02-13T17:47:45.733" v="54" actId="26606"/>
          <ac:spMkLst>
            <pc:docMk/>
            <pc:sldMk cId="361805556" sldId="265"/>
            <ac:spMk id="9" creationId="{F68B2C62-7648-4430-90D5-AE0F252AF113}"/>
          </ac:spMkLst>
        </pc:spChg>
        <pc:graphicFrameChg chg="add del">
          <ac:chgData name="Leighton Williams" userId="61ee7bc3-55f7-436f-ba8b-d6fade88bdd8" providerId="ADAL" clId="{40D15A8A-8ED3-4CE6-A7FD-87DC67B717E8}" dt="2026-02-14T16:36:21.300" v="641" actId="478"/>
          <ac:graphicFrameMkLst>
            <pc:docMk/>
            <pc:sldMk cId="361805556" sldId="265"/>
            <ac:graphicFrameMk id="5" creationId="{AC00F90F-C6F0-E497-15EA-8F7A18FF479C}"/>
          </ac:graphicFrameMkLst>
        </pc:graphicFrameChg>
        <pc:graphicFrameChg chg="add del mod">
          <ac:chgData name="Leighton Williams" userId="61ee7bc3-55f7-436f-ba8b-d6fade88bdd8" providerId="ADAL" clId="{40D15A8A-8ED3-4CE6-A7FD-87DC67B717E8}" dt="2026-02-14T16:36:32.959" v="644" actId="478"/>
          <ac:graphicFrameMkLst>
            <pc:docMk/>
            <pc:sldMk cId="361805556" sldId="265"/>
            <ac:graphicFrameMk id="6" creationId="{BCF55EF3-1140-F751-6178-9DF34F182A78}"/>
          </ac:graphicFrameMkLst>
        </pc:graphicFrameChg>
        <pc:cxnChg chg="add">
          <ac:chgData name="Leighton Williams" userId="61ee7bc3-55f7-436f-ba8b-d6fade88bdd8" providerId="ADAL" clId="{40D15A8A-8ED3-4CE6-A7FD-87DC67B717E8}" dt="2026-02-13T17:47:45.733" v="54" actId="26606"/>
          <ac:cxnSpMkLst>
            <pc:docMk/>
            <pc:sldMk cId="361805556" sldId="265"/>
            <ac:cxnSpMk id="11" creationId="{9BB96FAB-CCBF-4D1E-9D0D-B038ACC29BD0}"/>
          </ac:cxnSpMkLst>
        </pc:cxnChg>
      </pc:sldChg>
      <pc:sldChg chg="addSp delSp modSp new mod setBg modNotesTx">
        <pc:chgData name="Leighton Williams" userId="61ee7bc3-55f7-436f-ba8b-d6fade88bdd8" providerId="ADAL" clId="{40D15A8A-8ED3-4CE6-A7FD-87DC67B717E8}" dt="2026-02-14T16:38:01.795" v="664" actId="14100"/>
        <pc:sldMkLst>
          <pc:docMk/>
          <pc:sldMk cId="3614686212" sldId="266"/>
        </pc:sldMkLst>
        <pc:spChg chg="mod">
          <ac:chgData name="Leighton Williams" userId="61ee7bc3-55f7-436f-ba8b-d6fade88bdd8" providerId="ADAL" clId="{40D15A8A-8ED3-4CE6-A7FD-87DC67B717E8}" dt="2026-02-13T17:50:40.446" v="183" actId="403"/>
          <ac:spMkLst>
            <pc:docMk/>
            <pc:sldMk cId="3614686212" sldId="266"/>
            <ac:spMk id="2" creationId="{9B67EC8A-2A57-8A00-40D4-90DE5F66572D}"/>
          </ac:spMkLst>
        </pc:spChg>
        <pc:spChg chg="del mod">
          <ac:chgData name="Leighton Williams" userId="61ee7bc3-55f7-436f-ba8b-d6fade88bdd8" providerId="ADAL" clId="{40D15A8A-8ED3-4CE6-A7FD-87DC67B717E8}" dt="2026-02-13T17:50:27.722" v="178" actId="26606"/>
          <ac:spMkLst>
            <pc:docMk/>
            <pc:sldMk cId="3614686212" sldId="266"/>
            <ac:spMk id="3" creationId="{FA176A21-C5E6-DC3E-3B96-770F2B7771AF}"/>
          </ac:spMkLst>
        </pc:spChg>
        <pc:spChg chg="add del mod">
          <ac:chgData name="Leighton Williams" userId="61ee7bc3-55f7-436f-ba8b-d6fade88bdd8" providerId="ADAL" clId="{40D15A8A-8ED3-4CE6-A7FD-87DC67B717E8}" dt="2026-02-14T16:37:22.396" v="654"/>
          <ac:spMkLst>
            <pc:docMk/>
            <pc:sldMk cId="3614686212" sldId="266"/>
            <ac:spMk id="4" creationId="{9E1E9139-529B-7635-946D-F767D5D317B3}"/>
          </ac:spMkLst>
        </pc:spChg>
        <pc:spChg chg="add mod">
          <ac:chgData name="Leighton Williams" userId="61ee7bc3-55f7-436f-ba8b-d6fade88bdd8" providerId="ADAL" clId="{40D15A8A-8ED3-4CE6-A7FD-87DC67B717E8}" dt="2026-02-14T16:38:01.795" v="664" actId="14100"/>
          <ac:spMkLst>
            <pc:docMk/>
            <pc:sldMk cId="3614686212" sldId="266"/>
            <ac:spMk id="8" creationId="{4E270316-BD5E-5716-1CF7-59379D78B82F}"/>
          </ac:spMkLst>
        </pc:spChg>
        <pc:spChg chg="add">
          <ac:chgData name="Leighton Williams" userId="61ee7bc3-55f7-436f-ba8b-d6fade88bdd8" providerId="ADAL" clId="{40D15A8A-8ED3-4CE6-A7FD-87DC67B717E8}" dt="2026-02-13T17:50:27.722" v="178" actId="26606"/>
          <ac:spMkLst>
            <pc:docMk/>
            <pc:sldMk cId="3614686212" sldId="266"/>
            <ac:spMk id="9" creationId="{985184E4-C93A-4E34-8365-1886AAC5DE60}"/>
          </ac:spMkLst>
        </pc:spChg>
        <pc:graphicFrameChg chg="add del">
          <ac:chgData name="Leighton Williams" userId="61ee7bc3-55f7-436f-ba8b-d6fade88bdd8" providerId="ADAL" clId="{40D15A8A-8ED3-4CE6-A7FD-87DC67B717E8}" dt="2026-02-14T16:37:12.799" v="653" actId="478"/>
          <ac:graphicFrameMkLst>
            <pc:docMk/>
            <pc:sldMk cId="3614686212" sldId="266"/>
            <ac:graphicFrameMk id="5" creationId="{44C1F268-9370-1812-1167-82AD9A270CD4}"/>
          </ac:graphicFrameMkLst>
        </pc:graphicFrameChg>
        <pc:graphicFrameChg chg="add del mod">
          <ac:chgData name="Leighton Williams" userId="61ee7bc3-55f7-436f-ba8b-d6fade88bdd8" providerId="ADAL" clId="{40D15A8A-8ED3-4CE6-A7FD-87DC67B717E8}" dt="2026-02-14T16:37:26.209" v="656" actId="478"/>
          <ac:graphicFrameMkLst>
            <pc:docMk/>
            <pc:sldMk cId="3614686212" sldId="266"/>
            <ac:graphicFrameMk id="6" creationId="{3BB7AB45-CD02-F32D-991A-C97E86C08E95}"/>
          </ac:graphicFrameMkLst>
        </pc:graphicFrameChg>
        <pc:cxnChg chg="add">
          <ac:chgData name="Leighton Williams" userId="61ee7bc3-55f7-436f-ba8b-d6fade88bdd8" providerId="ADAL" clId="{40D15A8A-8ED3-4CE6-A7FD-87DC67B717E8}" dt="2026-02-13T17:50:27.722" v="178" actId="26606"/>
          <ac:cxnSpMkLst>
            <pc:docMk/>
            <pc:sldMk cId="3614686212" sldId="266"/>
            <ac:cxnSpMk id="11" creationId="{8AB0D40B-37F7-4F1F-B956-AFC12066ABE3}"/>
          </ac:cxnSpMkLst>
        </pc:cxnChg>
      </pc:sldChg>
      <pc:sldChg chg="addSp delSp modSp new mod modNotesTx">
        <pc:chgData name="Leighton Williams" userId="61ee7bc3-55f7-436f-ba8b-d6fade88bdd8" providerId="ADAL" clId="{40D15A8A-8ED3-4CE6-A7FD-87DC67B717E8}" dt="2026-02-14T16:27:12.001" v="456" actId="20577"/>
        <pc:sldMkLst>
          <pc:docMk/>
          <pc:sldMk cId="4078316874" sldId="267"/>
        </pc:sldMkLst>
        <pc:spChg chg="mod">
          <ac:chgData name="Leighton Williams" userId="61ee7bc3-55f7-436f-ba8b-d6fade88bdd8" providerId="ADAL" clId="{40D15A8A-8ED3-4CE6-A7FD-87DC67B717E8}" dt="2026-02-14T16:25:58.072" v="440" actId="27636"/>
          <ac:spMkLst>
            <pc:docMk/>
            <pc:sldMk cId="4078316874" sldId="267"/>
            <ac:spMk id="2" creationId="{26F2EE1A-1688-0520-FBD6-618863D1FC18}"/>
          </ac:spMkLst>
        </pc:spChg>
        <pc:spChg chg="del">
          <ac:chgData name="Leighton Williams" userId="61ee7bc3-55f7-436f-ba8b-d6fade88bdd8" providerId="ADAL" clId="{40D15A8A-8ED3-4CE6-A7FD-87DC67B717E8}" dt="2026-02-14T16:25:52.707" v="437"/>
          <ac:spMkLst>
            <pc:docMk/>
            <pc:sldMk cId="4078316874" sldId="267"/>
            <ac:spMk id="3" creationId="{EB1C8510-21EE-CE96-5A93-E2109B6B9C93}"/>
          </ac:spMkLst>
        </pc:spChg>
        <pc:spChg chg="add del mod">
          <ac:chgData name="Leighton Williams" userId="61ee7bc3-55f7-436f-ba8b-d6fade88bdd8" providerId="ADAL" clId="{40D15A8A-8ED3-4CE6-A7FD-87DC67B717E8}" dt="2026-02-14T16:26:09.762" v="442"/>
          <ac:spMkLst>
            <pc:docMk/>
            <pc:sldMk cId="4078316874" sldId="267"/>
            <ac:spMk id="6" creationId="{D484FFFE-022C-C809-3491-B43B5B28C9FB}"/>
          </ac:spMkLst>
        </pc:spChg>
        <pc:spChg chg="add del mod">
          <ac:chgData name="Leighton Williams" userId="61ee7bc3-55f7-436f-ba8b-d6fade88bdd8" providerId="ADAL" clId="{40D15A8A-8ED3-4CE6-A7FD-87DC67B717E8}" dt="2026-02-14T16:26:38.608" v="450"/>
          <ac:spMkLst>
            <pc:docMk/>
            <pc:sldMk cId="4078316874" sldId="267"/>
            <ac:spMk id="8" creationId="{B3D4460C-7170-3A6F-624A-79173404F7CD}"/>
          </ac:spMkLst>
        </pc:spChg>
        <pc:spChg chg="add mod">
          <ac:chgData name="Leighton Williams" userId="61ee7bc3-55f7-436f-ba8b-d6fade88bdd8" providerId="ADAL" clId="{40D15A8A-8ED3-4CE6-A7FD-87DC67B717E8}" dt="2026-02-14T16:27:00.844" v="455" actId="20577"/>
          <ac:spMkLst>
            <pc:docMk/>
            <pc:sldMk cId="4078316874" sldId="267"/>
            <ac:spMk id="10" creationId="{AD6F01B8-2DFD-968B-0957-B7CCBB760320}"/>
          </ac:spMkLst>
        </pc:spChg>
        <pc:graphicFrameChg chg="add del mod">
          <ac:chgData name="Leighton Williams" userId="61ee7bc3-55f7-436f-ba8b-d6fade88bdd8" providerId="ADAL" clId="{40D15A8A-8ED3-4CE6-A7FD-87DC67B717E8}" dt="2026-02-14T16:26:01.110" v="441" actId="478"/>
          <ac:graphicFrameMkLst>
            <pc:docMk/>
            <pc:sldMk cId="4078316874" sldId="267"/>
            <ac:graphicFrameMk id="4" creationId="{B287CABA-9707-623C-F564-1A64565265F6}"/>
          </ac:graphicFrameMkLst>
        </pc:graphicFrameChg>
        <pc:graphicFrameChg chg="add del mod">
          <ac:chgData name="Leighton Williams" userId="61ee7bc3-55f7-436f-ba8b-d6fade88bdd8" providerId="ADAL" clId="{40D15A8A-8ED3-4CE6-A7FD-87DC67B717E8}" dt="2026-02-14T16:26:24.741" v="445" actId="478"/>
          <ac:graphicFrameMkLst>
            <pc:docMk/>
            <pc:sldMk cId="4078316874" sldId="267"/>
            <ac:graphicFrameMk id="7" creationId="{CDCF07F1-4798-FF61-CF04-05CCD54466CA}"/>
          </ac:graphicFrameMkLst>
        </pc:graphicFrameChg>
      </pc:sldChg>
      <pc:sldChg chg="addSp delSp modSp new mod modNotesTx">
        <pc:chgData name="Leighton Williams" userId="61ee7bc3-55f7-436f-ba8b-d6fade88bdd8" providerId="ADAL" clId="{40D15A8A-8ED3-4CE6-A7FD-87DC67B717E8}" dt="2026-02-14T16:32:31.031" v="558" actId="20577"/>
        <pc:sldMkLst>
          <pc:docMk/>
          <pc:sldMk cId="3498529059" sldId="268"/>
        </pc:sldMkLst>
        <pc:spChg chg="mod">
          <ac:chgData name="Leighton Williams" userId="61ee7bc3-55f7-436f-ba8b-d6fade88bdd8" providerId="ADAL" clId="{40D15A8A-8ED3-4CE6-A7FD-87DC67B717E8}" dt="2026-02-14T16:31:57.692" v="550" actId="14100"/>
          <ac:spMkLst>
            <pc:docMk/>
            <pc:sldMk cId="3498529059" sldId="268"/>
            <ac:spMk id="2" creationId="{271F499C-A3E5-4478-63A7-3143BA48D45E}"/>
          </ac:spMkLst>
        </pc:spChg>
        <pc:spChg chg="del">
          <ac:chgData name="Leighton Williams" userId="61ee7bc3-55f7-436f-ba8b-d6fade88bdd8" providerId="ADAL" clId="{40D15A8A-8ED3-4CE6-A7FD-87DC67B717E8}" dt="2026-02-14T16:32:02.938" v="551"/>
          <ac:spMkLst>
            <pc:docMk/>
            <pc:sldMk cId="3498529059" sldId="268"/>
            <ac:spMk id="3" creationId="{815F170E-9E64-F3E2-DB41-9C54C6C2F66F}"/>
          </ac:spMkLst>
        </pc:spChg>
        <pc:spChg chg="add mod">
          <ac:chgData name="Leighton Williams" userId="61ee7bc3-55f7-436f-ba8b-d6fade88bdd8" providerId="ADAL" clId="{40D15A8A-8ED3-4CE6-A7FD-87DC67B717E8}" dt="2026-02-14T16:32:20.001" v="557" actId="14100"/>
          <ac:spMkLst>
            <pc:docMk/>
            <pc:sldMk cId="3498529059" sldId="268"/>
            <ac:spMk id="6" creationId="{180264FE-5819-2ACC-87E6-41FCDBB77B8C}"/>
          </ac:spMkLst>
        </pc:spChg>
        <pc:graphicFrameChg chg="add del mod">
          <ac:chgData name="Leighton Williams" userId="61ee7bc3-55f7-436f-ba8b-d6fade88bdd8" providerId="ADAL" clId="{40D15A8A-8ED3-4CE6-A7FD-87DC67B717E8}" dt="2026-02-14T16:32:08.485" v="553" actId="478"/>
          <ac:graphicFrameMkLst>
            <pc:docMk/>
            <pc:sldMk cId="3498529059" sldId="268"/>
            <ac:graphicFrameMk id="4" creationId="{69C62D44-FCA4-CF2B-B118-AD2EFC72B145}"/>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65C455-4DC6-4FB1-AF1B-C34C69397355}" type="doc">
      <dgm:prSet loTypeId="urn:microsoft.com/office/officeart/2009/3/layout/HorizontalOrganizationChart" loCatId="hierarchy" qsTypeId="urn:microsoft.com/office/officeart/2005/8/quickstyle/simple1" qsCatId="simple" csTypeId="urn:microsoft.com/office/officeart/2005/8/colors/colorful1" csCatId="colorful" phldr="1"/>
      <dgm:spPr/>
      <dgm:t>
        <a:bodyPr/>
        <a:lstStyle/>
        <a:p>
          <a:endParaRPr lang="en-US"/>
        </a:p>
      </dgm:t>
    </dgm:pt>
    <dgm:pt modelId="{0459F10D-0506-4B9F-BEA1-DA0B182204B6}">
      <dgm:prSet/>
      <dgm:spPr/>
      <dgm:t>
        <a:bodyPr/>
        <a:lstStyle/>
        <a:p>
          <a:r>
            <a:rPr lang="en-GB" b="0" i="0" dirty="0"/>
            <a:t>Many files on disk (~1,123 CSVs detected in folder).</a:t>
          </a:r>
        </a:p>
      </dgm:t>
    </dgm:pt>
    <dgm:pt modelId="{E9097B2B-33F8-4A7B-BEF2-F0040FBE6B0F}" type="parTrans" cxnId="{A30E1F41-E6DC-4AC6-8327-3DE88D838290}">
      <dgm:prSet/>
      <dgm:spPr/>
      <dgm:t>
        <a:bodyPr/>
        <a:lstStyle/>
        <a:p>
          <a:endParaRPr lang="en-US"/>
        </a:p>
      </dgm:t>
    </dgm:pt>
    <dgm:pt modelId="{B12D2479-3B87-4205-ACAD-13A30FA9B8AC}" type="sibTrans" cxnId="{A30E1F41-E6DC-4AC6-8327-3DE88D838290}">
      <dgm:prSet/>
      <dgm:spPr/>
      <dgm:t>
        <a:bodyPr/>
        <a:lstStyle/>
        <a:p>
          <a:endParaRPr lang="en-US"/>
        </a:p>
      </dgm:t>
    </dgm:pt>
    <dgm:pt modelId="{F45983B5-70BD-49C8-ABC9-3872A1483D71}">
      <dgm:prSet/>
      <dgm:spPr/>
      <dgm:t>
        <a:bodyPr/>
        <a:lstStyle/>
        <a:p>
          <a:r>
            <a:rPr lang="en-GB" b="0" i="0" dirty="0"/>
            <a:t>Daily OHLCV; one CSV per ticker.</a:t>
          </a:r>
          <a:endParaRPr lang="en-GB" dirty="0"/>
        </a:p>
      </dgm:t>
    </dgm:pt>
    <dgm:pt modelId="{EF0EC31D-B750-4601-BA39-2E01BE29722F}" type="parTrans" cxnId="{C2A52818-AD6E-4005-97FA-37BCBEBE3E3F}">
      <dgm:prSet/>
      <dgm:spPr/>
      <dgm:t>
        <a:bodyPr/>
        <a:lstStyle/>
        <a:p>
          <a:endParaRPr lang="en-US"/>
        </a:p>
      </dgm:t>
    </dgm:pt>
    <dgm:pt modelId="{3AA9D3AC-F29E-42BF-925D-96C5B591E056}" type="sibTrans" cxnId="{C2A52818-AD6E-4005-97FA-37BCBEBE3E3F}">
      <dgm:prSet/>
      <dgm:spPr/>
      <dgm:t>
        <a:bodyPr/>
        <a:lstStyle/>
        <a:p>
          <a:endParaRPr lang="en-US"/>
        </a:p>
      </dgm:t>
    </dgm:pt>
    <dgm:pt modelId="{5DCEB068-4073-499C-8363-26E2179C9DA8}">
      <dgm:prSet/>
      <dgm:spPr/>
      <dgm:t>
        <a:bodyPr/>
        <a:lstStyle/>
        <a:p>
          <a:r>
            <a:rPr lang="en-GB" b="0" i="0" dirty="0"/>
            <a:t>My sample: 5 random tickers</a:t>
          </a:r>
          <a:endParaRPr lang="en-GB" dirty="0"/>
        </a:p>
      </dgm:t>
    </dgm:pt>
    <dgm:pt modelId="{9FBBE308-2E29-4D44-BDA6-AB63E1D76B80}" type="parTrans" cxnId="{5606AF42-E937-4F85-9F43-27FD20811205}">
      <dgm:prSet/>
      <dgm:spPr/>
      <dgm:t>
        <a:bodyPr/>
        <a:lstStyle/>
        <a:p>
          <a:endParaRPr lang="en-US"/>
        </a:p>
      </dgm:t>
    </dgm:pt>
    <dgm:pt modelId="{7673EE97-B69B-4482-9FFA-A5734DBF30A6}" type="sibTrans" cxnId="{5606AF42-E937-4F85-9F43-27FD20811205}">
      <dgm:prSet/>
      <dgm:spPr/>
      <dgm:t>
        <a:bodyPr/>
        <a:lstStyle/>
        <a:p>
          <a:endParaRPr lang="en-US"/>
        </a:p>
      </dgm:t>
    </dgm:pt>
    <dgm:pt modelId="{F8866A53-1A0C-4F26-A9B7-79587CF3399B}" type="pres">
      <dgm:prSet presAssocID="{E365C455-4DC6-4FB1-AF1B-C34C69397355}" presName="hierChild1" presStyleCnt="0">
        <dgm:presLayoutVars>
          <dgm:orgChart val="1"/>
          <dgm:chPref val="1"/>
          <dgm:dir/>
          <dgm:animOne val="branch"/>
          <dgm:animLvl val="lvl"/>
          <dgm:resizeHandles/>
        </dgm:presLayoutVars>
      </dgm:prSet>
      <dgm:spPr/>
    </dgm:pt>
    <dgm:pt modelId="{44086313-A8F0-45A3-9AAF-CFA1DDEA029C}" type="pres">
      <dgm:prSet presAssocID="{0459F10D-0506-4B9F-BEA1-DA0B182204B6}" presName="hierRoot1" presStyleCnt="0">
        <dgm:presLayoutVars>
          <dgm:hierBranch val="init"/>
        </dgm:presLayoutVars>
      </dgm:prSet>
      <dgm:spPr/>
    </dgm:pt>
    <dgm:pt modelId="{4C88534D-DFC1-4619-8EEC-CB1D2E24F021}" type="pres">
      <dgm:prSet presAssocID="{0459F10D-0506-4B9F-BEA1-DA0B182204B6}" presName="rootComposite1" presStyleCnt="0"/>
      <dgm:spPr/>
    </dgm:pt>
    <dgm:pt modelId="{2307DFAE-9A20-4E0A-935E-039662AA3FA4}" type="pres">
      <dgm:prSet presAssocID="{0459F10D-0506-4B9F-BEA1-DA0B182204B6}" presName="rootText1" presStyleLbl="node0" presStyleIdx="0" presStyleCnt="3">
        <dgm:presLayoutVars>
          <dgm:chPref val="3"/>
        </dgm:presLayoutVars>
      </dgm:prSet>
      <dgm:spPr/>
    </dgm:pt>
    <dgm:pt modelId="{E7642D8A-226C-4F22-8B82-C757E5EF5243}" type="pres">
      <dgm:prSet presAssocID="{0459F10D-0506-4B9F-BEA1-DA0B182204B6}" presName="rootConnector1" presStyleLbl="node1" presStyleIdx="0" presStyleCnt="0"/>
      <dgm:spPr/>
    </dgm:pt>
    <dgm:pt modelId="{55DEF0A9-9DB5-4B36-8C4F-A0D79F915DDC}" type="pres">
      <dgm:prSet presAssocID="{0459F10D-0506-4B9F-BEA1-DA0B182204B6}" presName="hierChild2" presStyleCnt="0"/>
      <dgm:spPr/>
    </dgm:pt>
    <dgm:pt modelId="{1BF8331D-C3FE-4754-8AB9-B8704B339BC3}" type="pres">
      <dgm:prSet presAssocID="{0459F10D-0506-4B9F-BEA1-DA0B182204B6}" presName="hierChild3" presStyleCnt="0"/>
      <dgm:spPr/>
    </dgm:pt>
    <dgm:pt modelId="{8962BF02-3AD1-4F99-A069-0457BF4204FD}" type="pres">
      <dgm:prSet presAssocID="{F45983B5-70BD-49C8-ABC9-3872A1483D71}" presName="hierRoot1" presStyleCnt="0">
        <dgm:presLayoutVars>
          <dgm:hierBranch val="init"/>
        </dgm:presLayoutVars>
      </dgm:prSet>
      <dgm:spPr/>
    </dgm:pt>
    <dgm:pt modelId="{6C0F3B30-7FEC-4B59-A53F-949F8A37ADAB}" type="pres">
      <dgm:prSet presAssocID="{F45983B5-70BD-49C8-ABC9-3872A1483D71}" presName="rootComposite1" presStyleCnt="0"/>
      <dgm:spPr/>
    </dgm:pt>
    <dgm:pt modelId="{29704254-EB99-4CF9-B1A1-8C8E8423DAEC}" type="pres">
      <dgm:prSet presAssocID="{F45983B5-70BD-49C8-ABC9-3872A1483D71}" presName="rootText1" presStyleLbl="node0" presStyleIdx="1" presStyleCnt="3">
        <dgm:presLayoutVars>
          <dgm:chPref val="3"/>
        </dgm:presLayoutVars>
      </dgm:prSet>
      <dgm:spPr/>
    </dgm:pt>
    <dgm:pt modelId="{84344A76-DB5F-47D3-A352-F3DE023B5E40}" type="pres">
      <dgm:prSet presAssocID="{F45983B5-70BD-49C8-ABC9-3872A1483D71}" presName="rootConnector1" presStyleLbl="node1" presStyleIdx="0" presStyleCnt="0"/>
      <dgm:spPr/>
    </dgm:pt>
    <dgm:pt modelId="{34B1EA87-F0D8-45C8-89E9-E6E10C1D0F54}" type="pres">
      <dgm:prSet presAssocID="{F45983B5-70BD-49C8-ABC9-3872A1483D71}" presName="hierChild2" presStyleCnt="0"/>
      <dgm:spPr/>
    </dgm:pt>
    <dgm:pt modelId="{C2915D74-7784-403C-89F5-DAE3302CA15C}" type="pres">
      <dgm:prSet presAssocID="{F45983B5-70BD-49C8-ABC9-3872A1483D71}" presName="hierChild3" presStyleCnt="0"/>
      <dgm:spPr/>
    </dgm:pt>
    <dgm:pt modelId="{7027AE03-4430-4829-B5D3-04F506864B21}" type="pres">
      <dgm:prSet presAssocID="{5DCEB068-4073-499C-8363-26E2179C9DA8}" presName="hierRoot1" presStyleCnt="0">
        <dgm:presLayoutVars>
          <dgm:hierBranch val="init"/>
        </dgm:presLayoutVars>
      </dgm:prSet>
      <dgm:spPr/>
    </dgm:pt>
    <dgm:pt modelId="{0F9C763E-C520-423E-920B-C68277C3FCBE}" type="pres">
      <dgm:prSet presAssocID="{5DCEB068-4073-499C-8363-26E2179C9DA8}" presName="rootComposite1" presStyleCnt="0"/>
      <dgm:spPr/>
    </dgm:pt>
    <dgm:pt modelId="{2FC85203-6DAF-4BAE-AFB0-79ADA88A92E2}" type="pres">
      <dgm:prSet presAssocID="{5DCEB068-4073-499C-8363-26E2179C9DA8}" presName="rootText1" presStyleLbl="node0" presStyleIdx="2" presStyleCnt="3">
        <dgm:presLayoutVars>
          <dgm:chPref val="3"/>
        </dgm:presLayoutVars>
      </dgm:prSet>
      <dgm:spPr/>
    </dgm:pt>
    <dgm:pt modelId="{B6FC022E-B5C4-4368-BA05-BE1AA369D4A8}" type="pres">
      <dgm:prSet presAssocID="{5DCEB068-4073-499C-8363-26E2179C9DA8}" presName="rootConnector1" presStyleLbl="node1" presStyleIdx="0" presStyleCnt="0"/>
      <dgm:spPr/>
    </dgm:pt>
    <dgm:pt modelId="{5488CA4B-3B5C-43A0-8327-4BF2394B0C6A}" type="pres">
      <dgm:prSet presAssocID="{5DCEB068-4073-499C-8363-26E2179C9DA8}" presName="hierChild2" presStyleCnt="0"/>
      <dgm:spPr/>
    </dgm:pt>
    <dgm:pt modelId="{F6611761-D643-437C-91DB-6F06A07D1AB6}" type="pres">
      <dgm:prSet presAssocID="{5DCEB068-4073-499C-8363-26E2179C9DA8}" presName="hierChild3" presStyleCnt="0"/>
      <dgm:spPr/>
    </dgm:pt>
  </dgm:ptLst>
  <dgm:cxnLst>
    <dgm:cxn modelId="{C2A52818-AD6E-4005-97FA-37BCBEBE3E3F}" srcId="{E365C455-4DC6-4FB1-AF1B-C34C69397355}" destId="{F45983B5-70BD-49C8-ABC9-3872A1483D71}" srcOrd="1" destOrd="0" parTransId="{EF0EC31D-B750-4601-BA39-2E01BE29722F}" sibTransId="{3AA9D3AC-F29E-42BF-925D-96C5B591E056}"/>
    <dgm:cxn modelId="{1DF7BB40-7E5D-419E-8F7D-8B1CDB6B6EED}" type="presOf" srcId="{0459F10D-0506-4B9F-BEA1-DA0B182204B6}" destId="{E7642D8A-226C-4F22-8B82-C757E5EF5243}" srcOrd="1" destOrd="0" presId="urn:microsoft.com/office/officeart/2009/3/layout/HorizontalOrganizationChart"/>
    <dgm:cxn modelId="{A30E1F41-E6DC-4AC6-8327-3DE88D838290}" srcId="{E365C455-4DC6-4FB1-AF1B-C34C69397355}" destId="{0459F10D-0506-4B9F-BEA1-DA0B182204B6}" srcOrd="0" destOrd="0" parTransId="{E9097B2B-33F8-4A7B-BEF2-F0040FBE6B0F}" sibTransId="{B12D2479-3B87-4205-ACAD-13A30FA9B8AC}"/>
    <dgm:cxn modelId="{5606AF42-E937-4F85-9F43-27FD20811205}" srcId="{E365C455-4DC6-4FB1-AF1B-C34C69397355}" destId="{5DCEB068-4073-499C-8363-26E2179C9DA8}" srcOrd="2" destOrd="0" parTransId="{9FBBE308-2E29-4D44-BDA6-AB63E1D76B80}" sibTransId="{7673EE97-B69B-4482-9FFA-A5734DBF30A6}"/>
    <dgm:cxn modelId="{97632D47-EB9A-4B06-A380-7F462A9C9D2C}" type="presOf" srcId="{0459F10D-0506-4B9F-BEA1-DA0B182204B6}" destId="{2307DFAE-9A20-4E0A-935E-039662AA3FA4}" srcOrd="0" destOrd="0" presId="urn:microsoft.com/office/officeart/2009/3/layout/HorizontalOrganizationChart"/>
    <dgm:cxn modelId="{613CA167-C8F4-477F-BE54-BB783EDB5F84}" type="presOf" srcId="{5DCEB068-4073-499C-8363-26E2179C9DA8}" destId="{B6FC022E-B5C4-4368-BA05-BE1AA369D4A8}" srcOrd="1" destOrd="0" presId="urn:microsoft.com/office/officeart/2009/3/layout/HorizontalOrganizationChart"/>
    <dgm:cxn modelId="{AADB6A85-290F-404C-9D3F-95DEA3171A41}" type="presOf" srcId="{F45983B5-70BD-49C8-ABC9-3872A1483D71}" destId="{29704254-EB99-4CF9-B1A1-8C8E8423DAEC}" srcOrd="0" destOrd="0" presId="urn:microsoft.com/office/officeart/2009/3/layout/HorizontalOrganizationChart"/>
    <dgm:cxn modelId="{B72CB8BB-E4D5-4FC9-8548-A6713F774179}" type="presOf" srcId="{E365C455-4DC6-4FB1-AF1B-C34C69397355}" destId="{F8866A53-1A0C-4F26-A9B7-79587CF3399B}" srcOrd="0" destOrd="0" presId="urn:microsoft.com/office/officeart/2009/3/layout/HorizontalOrganizationChart"/>
    <dgm:cxn modelId="{8ED78FBC-601C-4076-B6F6-CC0B45DC905D}" type="presOf" srcId="{F45983B5-70BD-49C8-ABC9-3872A1483D71}" destId="{84344A76-DB5F-47D3-A352-F3DE023B5E40}" srcOrd="1" destOrd="0" presId="urn:microsoft.com/office/officeart/2009/3/layout/HorizontalOrganizationChart"/>
    <dgm:cxn modelId="{DCFC0EDF-EAA4-41F5-ADCE-0BB95F1BEEB5}" type="presOf" srcId="{5DCEB068-4073-499C-8363-26E2179C9DA8}" destId="{2FC85203-6DAF-4BAE-AFB0-79ADA88A92E2}" srcOrd="0" destOrd="0" presId="urn:microsoft.com/office/officeart/2009/3/layout/HorizontalOrganizationChart"/>
    <dgm:cxn modelId="{2AF120D2-8C96-4443-A24B-6A77E57E231F}" type="presParOf" srcId="{F8866A53-1A0C-4F26-A9B7-79587CF3399B}" destId="{44086313-A8F0-45A3-9AAF-CFA1DDEA029C}" srcOrd="0" destOrd="0" presId="urn:microsoft.com/office/officeart/2009/3/layout/HorizontalOrganizationChart"/>
    <dgm:cxn modelId="{A5FAE30D-F69C-4B1D-811D-0B5E7B5324D4}" type="presParOf" srcId="{44086313-A8F0-45A3-9AAF-CFA1DDEA029C}" destId="{4C88534D-DFC1-4619-8EEC-CB1D2E24F021}" srcOrd="0" destOrd="0" presId="urn:microsoft.com/office/officeart/2009/3/layout/HorizontalOrganizationChart"/>
    <dgm:cxn modelId="{206FB6B7-3D5F-4800-A521-5866FF95C5A8}" type="presParOf" srcId="{4C88534D-DFC1-4619-8EEC-CB1D2E24F021}" destId="{2307DFAE-9A20-4E0A-935E-039662AA3FA4}" srcOrd="0" destOrd="0" presId="urn:microsoft.com/office/officeart/2009/3/layout/HorizontalOrganizationChart"/>
    <dgm:cxn modelId="{3CFAADDC-5E48-4876-91C8-656740AB804A}" type="presParOf" srcId="{4C88534D-DFC1-4619-8EEC-CB1D2E24F021}" destId="{E7642D8A-226C-4F22-8B82-C757E5EF5243}" srcOrd="1" destOrd="0" presId="urn:microsoft.com/office/officeart/2009/3/layout/HorizontalOrganizationChart"/>
    <dgm:cxn modelId="{EA891A77-5434-43E9-AFEC-6FB1DA93E0E7}" type="presParOf" srcId="{44086313-A8F0-45A3-9AAF-CFA1DDEA029C}" destId="{55DEF0A9-9DB5-4B36-8C4F-A0D79F915DDC}" srcOrd="1" destOrd="0" presId="urn:microsoft.com/office/officeart/2009/3/layout/HorizontalOrganizationChart"/>
    <dgm:cxn modelId="{11DA3CA3-8941-45F1-BFF0-872813D3DF15}" type="presParOf" srcId="{44086313-A8F0-45A3-9AAF-CFA1DDEA029C}" destId="{1BF8331D-C3FE-4754-8AB9-B8704B339BC3}" srcOrd="2" destOrd="0" presId="urn:microsoft.com/office/officeart/2009/3/layout/HorizontalOrganizationChart"/>
    <dgm:cxn modelId="{3F7FA97F-DFE4-4A8D-A3C7-CF4A8F3EB27C}" type="presParOf" srcId="{F8866A53-1A0C-4F26-A9B7-79587CF3399B}" destId="{8962BF02-3AD1-4F99-A069-0457BF4204FD}" srcOrd="1" destOrd="0" presId="urn:microsoft.com/office/officeart/2009/3/layout/HorizontalOrganizationChart"/>
    <dgm:cxn modelId="{BC38CE72-F36E-4883-903B-9C3FE0B5A9E5}" type="presParOf" srcId="{8962BF02-3AD1-4F99-A069-0457BF4204FD}" destId="{6C0F3B30-7FEC-4B59-A53F-949F8A37ADAB}" srcOrd="0" destOrd="0" presId="urn:microsoft.com/office/officeart/2009/3/layout/HorizontalOrganizationChart"/>
    <dgm:cxn modelId="{A0B078D6-1391-4D6D-B66C-8AB2AAB7FB37}" type="presParOf" srcId="{6C0F3B30-7FEC-4B59-A53F-949F8A37ADAB}" destId="{29704254-EB99-4CF9-B1A1-8C8E8423DAEC}" srcOrd="0" destOrd="0" presId="urn:microsoft.com/office/officeart/2009/3/layout/HorizontalOrganizationChart"/>
    <dgm:cxn modelId="{D85EFF4F-FA36-4F03-B4CE-533EAC59F042}" type="presParOf" srcId="{6C0F3B30-7FEC-4B59-A53F-949F8A37ADAB}" destId="{84344A76-DB5F-47D3-A352-F3DE023B5E40}" srcOrd="1" destOrd="0" presId="urn:microsoft.com/office/officeart/2009/3/layout/HorizontalOrganizationChart"/>
    <dgm:cxn modelId="{BD08D8CA-D517-4FC3-938F-B24936E4A0FA}" type="presParOf" srcId="{8962BF02-3AD1-4F99-A069-0457BF4204FD}" destId="{34B1EA87-F0D8-45C8-89E9-E6E10C1D0F54}" srcOrd="1" destOrd="0" presId="urn:microsoft.com/office/officeart/2009/3/layout/HorizontalOrganizationChart"/>
    <dgm:cxn modelId="{3C469441-3031-4CF3-981E-3EA3FE9AC5C3}" type="presParOf" srcId="{8962BF02-3AD1-4F99-A069-0457BF4204FD}" destId="{C2915D74-7784-403C-89F5-DAE3302CA15C}" srcOrd="2" destOrd="0" presId="urn:microsoft.com/office/officeart/2009/3/layout/HorizontalOrganizationChart"/>
    <dgm:cxn modelId="{97560D69-AE55-4500-9CEB-AC3CDBDC105A}" type="presParOf" srcId="{F8866A53-1A0C-4F26-A9B7-79587CF3399B}" destId="{7027AE03-4430-4829-B5D3-04F506864B21}" srcOrd="2" destOrd="0" presId="urn:microsoft.com/office/officeart/2009/3/layout/HorizontalOrganizationChart"/>
    <dgm:cxn modelId="{D05E8000-A9D7-4C6C-9379-6D49A5768FB3}" type="presParOf" srcId="{7027AE03-4430-4829-B5D3-04F506864B21}" destId="{0F9C763E-C520-423E-920B-C68277C3FCBE}" srcOrd="0" destOrd="0" presId="urn:microsoft.com/office/officeart/2009/3/layout/HorizontalOrganizationChart"/>
    <dgm:cxn modelId="{4346775D-16DB-4025-8841-5F4AB1BC1AA9}" type="presParOf" srcId="{0F9C763E-C520-423E-920B-C68277C3FCBE}" destId="{2FC85203-6DAF-4BAE-AFB0-79ADA88A92E2}" srcOrd="0" destOrd="0" presId="urn:microsoft.com/office/officeart/2009/3/layout/HorizontalOrganizationChart"/>
    <dgm:cxn modelId="{8A9FAB0A-E338-472D-B082-19CCC4C1ADBD}" type="presParOf" srcId="{0F9C763E-C520-423E-920B-C68277C3FCBE}" destId="{B6FC022E-B5C4-4368-BA05-BE1AA369D4A8}" srcOrd="1" destOrd="0" presId="urn:microsoft.com/office/officeart/2009/3/layout/HorizontalOrganizationChart"/>
    <dgm:cxn modelId="{8EB4F0C4-BC63-421F-84E2-224F4691D640}" type="presParOf" srcId="{7027AE03-4430-4829-B5D3-04F506864B21}" destId="{5488CA4B-3B5C-43A0-8327-4BF2394B0C6A}" srcOrd="1" destOrd="0" presId="urn:microsoft.com/office/officeart/2009/3/layout/HorizontalOrganizationChart"/>
    <dgm:cxn modelId="{078BEBB5-132B-4145-B2EC-AAA89DB4AB7C}" type="presParOf" srcId="{7027AE03-4430-4829-B5D3-04F506864B21}" destId="{F6611761-D643-437C-91DB-6F06A07D1AB6}"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07DFAE-9A20-4E0A-935E-039662AA3FA4}">
      <dsp:nvSpPr>
        <dsp:cNvPr id="0" name=""/>
        <dsp:cNvSpPr/>
      </dsp:nvSpPr>
      <dsp:spPr>
        <a:xfrm>
          <a:off x="516963" y="568"/>
          <a:ext cx="4642972" cy="14161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en-GB" sz="3400" b="0" i="0" kern="1200" dirty="0"/>
            <a:t>Many files on disk (~1,123 CSVs detected in folder).</a:t>
          </a:r>
        </a:p>
      </dsp:txBody>
      <dsp:txXfrm>
        <a:off x="516963" y="568"/>
        <a:ext cx="4642972" cy="1416106"/>
      </dsp:txXfrm>
    </dsp:sp>
    <dsp:sp modelId="{29704254-EB99-4CF9-B1A1-8C8E8423DAEC}">
      <dsp:nvSpPr>
        <dsp:cNvPr id="0" name=""/>
        <dsp:cNvSpPr/>
      </dsp:nvSpPr>
      <dsp:spPr>
        <a:xfrm>
          <a:off x="516963" y="1997046"/>
          <a:ext cx="4642972" cy="14161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en-GB" sz="3400" b="0" i="0" kern="1200" dirty="0"/>
            <a:t>Daily OHLCV; one CSV per ticker.</a:t>
          </a:r>
          <a:endParaRPr lang="en-GB" sz="3400" kern="1200" dirty="0"/>
        </a:p>
      </dsp:txBody>
      <dsp:txXfrm>
        <a:off x="516963" y="1997046"/>
        <a:ext cx="4642972" cy="1416106"/>
      </dsp:txXfrm>
    </dsp:sp>
    <dsp:sp modelId="{2FC85203-6DAF-4BAE-AFB0-79ADA88A92E2}">
      <dsp:nvSpPr>
        <dsp:cNvPr id="0" name=""/>
        <dsp:cNvSpPr/>
      </dsp:nvSpPr>
      <dsp:spPr>
        <a:xfrm>
          <a:off x="516963" y="3993524"/>
          <a:ext cx="4642972" cy="141610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1511300">
            <a:lnSpc>
              <a:spcPct val="90000"/>
            </a:lnSpc>
            <a:spcBef>
              <a:spcPct val="0"/>
            </a:spcBef>
            <a:spcAft>
              <a:spcPct val="35000"/>
            </a:spcAft>
            <a:buNone/>
          </a:pPr>
          <a:r>
            <a:rPr lang="en-GB" sz="3400" b="0" i="0" kern="1200" dirty="0"/>
            <a:t>My sample: 5 random tickers</a:t>
          </a:r>
          <a:endParaRPr lang="en-GB" sz="3400" kern="1200" dirty="0"/>
        </a:p>
      </dsp:txBody>
      <dsp:txXfrm>
        <a:off x="516963" y="3993524"/>
        <a:ext cx="4642972" cy="1416106"/>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8F521D-8FB0-48F3-A3D4-4A5DF0870134}" type="datetimeFigureOut">
              <a:rPr lang="en-GB" smtClean="0"/>
              <a:t>14/02/2026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E1BE3B-AA32-4E31-B62F-18198410F3ED}" type="slidenum">
              <a:rPr lang="en-GB" smtClean="0"/>
              <a:t>‹#›</a:t>
            </a:fld>
            <a:endParaRPr lang="en-GB"/>
          </a:p>
        </p:txBody>
      </p:sp>
    </p:spTree>
    <p:extLst>
      <p:ext uri="{BB962C8B-B14F-4D97-AF65-F5344CB8AC3E}">
        <p14:creationId xmlns:p14="http://schemas.microsoft.com/office/powerpoint/2010/main" val="4090014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This presentation shows a simple, clear analysis of a large stock‑price dataset. I work with only 5 random tickers to keep the task manageable. The aim is to demonstrate a clean process: loading data, basic cleaning, two simple charts, and a basic model.</a:t>
            </a:r>
          </a:p>
        </p:txBody>
      </p:sp>
      <p:sp>
        <p:nvSpPr>
          <p:cNvPr id="4" name="Slide Number Placeholder 3"/>
          <p:cNvSpPr>
            <a:spLocks noGrp="1"/>
          </p:cNvSpPr>
          <p:nvPr>
            <p:ph type="sldNum" sz="quarter" idx="5"/>
          </p:nvPr>
        </p:nvSpPr>
        <p:spPr/>
        <p:txBody>
          <a:bodyPr/>
          <a:lstStyle/>
          <a:p>
            <a:fld id="{69E1BE3B-AA32-4E31-B62F-18198410F3ED}" type="slidenum">
              <a:rPr lang="en-GB" smtClean="0"/>
              <a:t>1</a:t>
            </a:fld>
            <a:endParaRPr lang="en-GB"/>
          </a:p>
        </p:txBody>
      </p:sp>
    </p:spTree>
    <p:extLst>
      <p:ext uri="{BB962C8B-B14F-4D97-AF65-F5344CB8AC3E}">
        <p14:creationId xmlns:p14="http://schemas.microsoft.com/office/powerpoint/2010/main" val="77440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The full dataset contains over one thousand separate CSV files, each storing end‑of‑day price data for a single stock. For Part B, I used only 5 random tickers. This keeps my work small, but still shows how to analyse and combine multiple files.</a:t>
            </a:r>
          </a:p>
        </p:txBody>
      </p:sp>
      <p:sp>
        <p:nvSpPr>
          <p:cNvPr id="4" name="Slide Number Placeholder 3"/>
          <p:cNvSpPr>
            <a:spLocks noGrp="1"/>
          </p:cNvSpPr>
          <p:nvPr>
            <p:ph type="sldNum" sz="quarter" idx="5"/>
          </p:nvPr>
        </p:nvSpPr>
        <p:spPr/>
        <p:txBody>
          <a:bodyPr/>
          <a:lstStyle/>
          <a:p>
            <a:fld id="{69E1BE3B-AA32-4E31-B62F-18198410F3ED}" type="slidenum">
              <a:rPr lang="en-GB" smtClean="0"/>
              <a:t>2</a:t>
            </a:fld>
            <a:endParaRPr lang="en-GB"/>
          </a:p>
        </p:txBody>
      </p:sp>
    </p:spTree>
    <p:extLst>
      <p:ext uri="{BB962C8B-B14F-4D97-AF65-F5344CB8AC3E}">
        <p14:creationId xmlns:p14="http://schemas.microsoft.com/office/powerpoint/2010/main" val="3913126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Even though I only use 5 files, the full dataset is “big” because it contains over a thousand files, each with many days of prices. The methods used here could scale to the whole dataset. This matches the assignment’s requirement to work with a big-data‑style source.</a:t>
            </a:r>
          </a:p>
        </p:txBody>
      </p:sp>
      <p:sp>
        <p:nvSpPr>
          <p:cNvPr id="4" name="Slide Number Placeholder 3"/>
          <p:cNvSpPr>
            <a:spLocks noGrp="1"/>
          </p:cNvSpPr>
          <p:nvPr>
            <p:ph type="sldNum" sz="quarter" idx="5"/>
          </p:nvPr>
        </p:nvSpPr>
        <p:spPr/>
        <p:txBody>
          <a:bodyPr/>
          <a:lstStyle/>
          <a:p>
            <a:fld id="{69E1BE3B-AA32-4E31-B62F-18198410F3ED}" type="slidenum">
              <a:rPr lang="en-GB" smtClean="0"/>
              <a:t>3</a:t>
            </a:fld>
            <a:endParaRPr lang="en-GB"/>
          </a:p>
        </p:txBody>
      </p:sp>
    </p:spTree>
    <p:extLst>
      <p:ext uri="{BB962C8B-B14F-4D97-AF65-F5344CB8AC3E}">
        <p14:creationId xmlns:p14="http://schemas.microsoft.com/office/powerpoint/2010/main" val="1554822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My goals were modest and achievable: First, combine and clean the selected CSV files. Second, create two clear visualisations. Third, demonstrate a basic model to show understanding of the pipeline.</a:t>
            </a:r>
          </a:p>
        </p:txBody>
      </p:sp>
      <p:sp>
        <p:nvSpPr>
          <p:cNvPr id="4" name="Slide Number Placeholder 3"/>
          <p:cNvSpPr>
            <a:spLocks noGrp="1"/>
          </p:cNvSpPr>
          <p:nvPr>
            <p:ph type="sldNum" sz="quarter" idx="5"/>
          </p:nvPr>
        </p:nvSpPr>
        <p:spPr/>
        <p:txBody>
          <a:bodyPr/>
          <a:lstStyle/>
          <a:p>
            <a:fld id="{69E1BE3B-AA32-4E31-B62F-18198410F3ED}" type="slidenum">
              <a:rPr lang="en-GB" smtClean="0"/>
              <a:t>4</a:t>
            </a:fld>
            <a:endParaRPr lang="en-GB"/>
          </a:p>
        </p:txBody>
      </p:sp>
    </p:spTree>
    <p:extLst>
      <p:ext uri="{BB962C8B-B14F-4D97-AF65-F5344CB8AC3E}">
        <p14:creationId xmlns:p14="http://schemas.microsoft.com/office/powerpoint/2010/main" val="66560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I used Pandas for reading and cleaning the CSVs. Matplotlib was used for plotting. The model used Linear Regression from scikit‑learn. I attempted to start a Spark session, but Spark was not installed. I still included that attempt to show awareness of big‑data tools.</a:t>
            </a:r>
          </a:p>
        </p:txBody>
      </p:sp>
      <p:sp>
        <p:nvSpPr>
          <p:cNvPr id="4" name="Slide Number Placeholder 3"/>
          <p:cNvSpPr>
            <a:spLocks noGrp="1"/>
          </p:cNvSpPr>
          <p:nvPr>
            <p:ph type="sldNum" sz="quarter" idx="5"/>
          </p:nvPr>
        </p:nvSpPr>
        <p:spPr/>
        <p:txBody>
          <a:bodyPr/>
          <a:lstStyle/>
          <a:p>
            <a:fld id="{69E1BE3B-AA32-4E31-B62F-18198410F3ED}" type="slidenum">
              <a:rPr lang="en-GB" smtClean="0"/>
              <a:t>5</a:t>
            </a:fld>
            <a:endParaRPr lang="en-GB"/>
          </a:p>
        </p:txBody>
      </p:sp>
    </p:spTree>
    <p:extLst>
      <p:ext uri="{BB962C8B-B14F-4D97-AF65-F5344CB8AC3E}">
        <p14:creationId xmlns:p14="http://schemas.microsoft.com/office/powerpoint/2010/main" val="904030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I parsed the date column into real datetimes. I ensured all the columns were lower‑case and consistent. I removed rows with non‑positive values and checked that prices made sense: the high must be ≥ low, and open/close should sit between them. These are simple but important data‑quality checks.</a:t>
            </a:r>
          </a:p>
        </p:txBody>
      </p:sp>
      <p:sp>
        <p:nvSpPr>
          <p:cNvPr id="4" name="Slide Number Placeholder 3"/>
          <p:cNvSpPr>
            <a:spLocks noGrp="1"/>
          </p:cNvSpPr>
          <p:nvPr>
            <p:ph type="sldNum" sz="quarter" idx="5"/>
          </p:nvPr>
        </p:nvSpPr>
        <p:spPr/>
        <p:txBody>
          <a:bodyPr/>
          <a:lstStyle/>
          <a:p>
            <a:fld id="{69E1BE3B-AA32-4E31-B62F-18198410F3ED}" type="slidenum">
              <a:rPr lang="en-GB" smtClean="0"/>
              <a:t>6</a:t>
            </a:fld>
            <a:endParaRPr lang="en-GB"/>
          </a:p>
        </p:txBody>
      </p:sp>
    </p:spTree>
    <p:extLst>
      <p:ext uri="{BB962C8B-B14F-4D97-AF65-F5344CB8AC3E}">
        <p14:creationId xmlns:p14="http://schemas.microsoft.com/office/powerpoint/2010/main" val="3053535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These were the random tickers selected when I ran the code. After combining them and applying my cleaning steps, I had about 15,700 rows. If the code is re‑run, the sample may change because it is random.</a:t>
            </a:r>
          </a:p>
        </p:txBody>
      </p:sp>
      <p:sp>
        <p:nvSpPr>
          <p:cNvPr id="4" name="Slide Number Placeholder 3"/>
          <p:cNvSpPr>
            <a:spLocks noGrp="1"/>
          </p:cNvSpPr>
          <p:nvPr>
            <p:ph type="sldNum" sz="quarter" idx="5"/>
          </p:nvPr>
        </p:nvSpPr>
        <p:spPr/>
        <p:txBody>
          <a:bodyPr/>
          <a:lstStyle/>
          <a:p>
            <a:fld id="{69E1BE3B-AA32-4E31-B62F-18198410F3ED}" type="slidenum">
              <a:rPr lang="en-GB" smtClean="0"/>
              <a:t>7</a:t>
            </a:fld>
            <a:endParaRPr lang="en-GB"/>
          </a:p>
        </p:txBody>
      </p:sp>
    </p:spTree>
    <p:extLst>
      <p:ext uri="{BB962C8B-B14F-4D97-AF65-F5344CB8AC3E}">
        <p14:creationId xmlns:p14="http://schemas.microsoft.com/office/powerpoint/2010/main" val="2483206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This line chart shows the closing price for ATGE over time. It helps show general movement and trends. It is not used for forecasting, just for understanding the data.</a:t>
            </a:r>
          </a:p>
        </p:txBody>
      </p:sp>
      <p:sp>
        <p:nvSpPr>
          <p:cNvPr id="4" name="Slide Number Placeholder 3"/>
          <p:cNvSpPr>
            <a:spLocks noGrp="1"/>
          </p:cNvSpPr>
          <p:nvPr>
            <p:ph type="sldNum" sz="quarter" idx="5"/>
          </p:nvPr>
        </p:nvSpPr>
        <p:spPr/>
        <p:txBody>
          <a:bodyPr/>
          <a:lstStyle/>
          <a:p>
            <a:fld id="{69E1BE3B-AA32-4E31-B62F-18198410F3ED}" type="slidenum">
              <a:rPr lang="en-GB" smtClean="0"/>
              <a:t>8</a:t>
            </a:fld>
            <a:endParaRPr lang="en-GB"/>
          </a:p>
        </p:txBody>
      </p:sp>
    </p:spTree>
    <p:extLst>
      <p:ext uri="{BB962C8B-B14F-4D97-AF65-F5344CB8AC3E}">
        <p14:creationId xmlns:p14="http://schemas.microsoft.com/office/powerpoint/2010/main" val="2056005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This scatter plot compares the open and close price on the same day. They form a near‑perfect line. This explains why the simple model achieves a very high R². It also shows why this model is not a real forecast — it is using same‑day data.</a:t>
            </a:r>
          </a:p>
        </p:txBody>
      </p:sp>
      <p:sp>
        <p:nvSpPr>
          <p:cNvPr id="4" name="Slide Number Placeholder 3"/>
          <p:cNvSpPr>
            <a:spLocks noGrp="1"/>
          </p:cNvSpPr>
          <p:nvPr>
            <p:ph type="sldNum" sz="quarter" idx="5"/>
          </p:nvPr>
        </p:nvSpPr>
        <p:spPr/>
        <p:txBody>
          <a:bodyPr/>
          <a:lstStyle/>
          <a:p>
            <a:fld id="{69E1BE3B-AA32-4E31-B62F-18198410F3ED}" type="slidenum">
              <a:rPr lang="en-GB" smtClean="0"/>
              <a:t>9</a:t>
            </a:fld>
            <a:endParaRPr lang="en-GB"/>
          </a:p>
        </p:txBody>
      </p:sp>
    </p:spTree>
    <p:extLst>
      <p:ext uri="{BB962C8B-B14F-4D97-AF65-F5344CB8AC3E}">
        <p14:creationId xmlns:p14="http://schemas.microsoft.com/office/powerpoint/2010/main" val="1101304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The model predicts the same‑day close price using the same‑day open price. This relationship is almost linear, so the model performs extremely well. This is expected, and it does not mean the model can predict the future. This model is included to demonstrate that I can load data, split it, train a model, and evaluate it — meeting assignment requirements.</a:t>
            </a:r>
          </a:p>
        </p:txBody>
      </p:sp>
      <p:sp>
        <p:nvSpPr>
          <p:cNvPr id="4" name="Slide Number Placeholder 3"/>
          <p:cNvSpPr>
            <a:spLocks noGrp="1"/>
          </p:cNvSpPr>
          <p:nvPr>
            <p:ph type="sldNum" sz="quarter" idx="5"/>
          </p:nvPr>
        </p:nvSpPr>
        <p:spPr/>
        <p:txBody>
          <a:bodyPr/>
          <a:lstStyle/>
          <a:p>
            <a:fld id="{69E1BE3B-AA32-4E31-B62F-18198410F3ED}" type="slidenum">
              <a:rPr lang="en-GB" smtClean="0"/>
              <a:t>10</a:t>
            </a:fld>
            <a:endParaRPr lang="en-GB"/>
          </a:p>
        </p:txBody>
      </p:sp>
    </p:spTree>
    <p:extLst>
      <p:ext uri="{BB962C8B-B14F-4D97-AF65-F5344CB8AC3E}">
        <p14:creationId xmlns:p14="http://schemas.microsoft.com/office/powerpoint/2010/main" val="614383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I used only 5 tickers, so this analysis is small compared to the full dataset. The model uses same‑day data, which means it has leakage. A proper model would predict tomorrow’s close instead. I also used a random train/test split, which is not ideal for time series. Spark was not available, limiting big‑data tooling.</a:t>
            </a:r>
          </a:p>
        </p:txBody>
      </p:sp>
      <p:sp>
        <p:nvSpPr>
          <p:cNvPr id="4" name="Slide Number Placeholder 3"/>
          <p:cNvSpPr>
            <a:spLocks noGrp="1"/>
          </p:cNvSpPr>
          <p:nvPr>
            <p:ph type="sldNum" sz="quarter" idx="5"/>
          </p:nvPr>
        </p:nvSpPr>
        <p:spPr/>
        <p:txBody>
          <a:bodyPr/>
          <a:lstStyle/>
          <a:p>
            <a:fld id="{69E1BE3B-AA32-4E31-B62F-18198410F3ED}" type="slidenum">
              <a:rPr lang="en-GB" smtClean="0"/>
              <a:t>11</a:t>
            </a:fld>
            <a:endParaRPr lang="en-GB"/>
          </a:p>
        </p:txBody>
      </p:sp>
    </p:spTree>
    <p:extLst>
      <p:ext uri="{BB962C8B-B14F-4D97-AF65-F5344CB8AC3E}">
        <p14:creationId xmlns:p14="http://schemas.microsoft.com/office/powerpoint/2010/main" val="865441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To improve the work, I could predict next‑day prices instead of same‑day. I could create better features like rolling averages or past returns. I should use a time split instead of a random split. Finally, I could scale up to more tickers or use Spark once installed.</a:t>
            </a:r>
          </a:p>
        </p:txBody>
      </p:sp>
      <p:sp>
        <p:nvSpPr>
          <p:cNvPr id="4" name="Slide Number Placeholder 3"/>
          <p:cNvSpPr>
            <a:spLocks noGrp="1"/>
          </p:cNvSpPr>
          <p:nvPr>
            <p:ph type="sldNum" sz="quarter" idx="5"/>
          </p:nvPr>
        </p:nvSpPr>
        <p:spPr/>
        <p:txBody>
          <a:bodyPr/>
          <a:lstStyle/>
          <a:p>
            <a:fld id="{69E1BE3B-AA32-4E31-B62F-18198410F3ED}" type="slidenum">
              <a:rPr lang="en-GB" smtClean="0"/>
              <a:t>12</a:t>
            </a:fld>
            <a:endParaRPr lang="en-GB"/>
          </a:p>
        </p:txBody>
      </p:sp>
    </p:spTree>
    <p:extLst>
      <p:ext uri="{BB962C8B-B14F-4D97-AF65-F5344CB8AC3E}">
        <p14:creationId xmlns:p14="http://schemas.microsoft.com/office/powerpoint/2010/main" val="2321958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In summary, I completed an end‑to‑end analysis on a small sample of a big dataset. I showed the cleaning process, two clear plots, and a simple regression model. I also highlighted the limitations and explained how I would improve this in a future version. This meets the assignment requirements for a pass.</a:t>
            </a:r>
          </a:p>
        </p:txBody>
      </p:sp>
      <p:sp>
        <p:nvSpPr>
          <p:cNvPr id="4" name="Slide Number Placeholder 3"/>
          <p:cNvSpPr>
            <a:spLocks noGrp="1"/>
          </p:cNvSpPr>
          <p:nvPr>
            <p:ph type="sldNum" sz="quarter" idx="5"/>
          </p:nvPr>
        </p:nvSpPr>
        <p:spPr/>
        <p:txBody>
          <a:bodyPr/>
          <a:lstStyle/>
          <a:p>
            <a:fld id="{69E1BE3B-AA32-4E31-B62F-18198410F3ED}" type="slidenum">
              <a:rPr lang="en-GB" smtClean="0"/>
              <a:t>13</a:t>
            </a:fld>
            <a:endParaRPr lang="en-GB"/>
          </a:p>
        </p:txBody>
      </p:sp>
    </p:spTree>
    <p:extLst>
      <p:ext uri="{BB962C8B-B14F-4D97-AF65-F5344CB8AC3E}">
        <p14:creationId xmlns:p14="http://schemas.microsoft.com/office/powerpoint/2010/main" val="682639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2/14/2026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3167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2/14/2026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84071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2/14/2026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40930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2/14/2026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02036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2/14/2026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68595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2/14/2026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54334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2/14/2026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31303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2/14/2026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02314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2/14/2026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06508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2/14/2026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9244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2/14/2026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84733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2/14/2026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885939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Abstract smoke background">
            <a:extLst>
              <a:ext uri="{FF2B5EF4-FFF2-40B4-BE49-F238E27FC236}">
                <a16:creationId xmlns:a16="http://schemas.microsoft.com/office/drawing/2014/main" id="{17994AF8-ED93-6C0C-D331-85A9B9E1DF25}"/>
              </a:ext>
            </a:extLst>
          </p:cNvPr>
          <p:cNvPicPr>
            <a:picLocks noChangeAspect="1"/>
          </p:cNvPicPr>
          <p:nvPr/>
        </p:nvPicPr>
        <p:blipFill>
          <a:blip r:embed="rId3"/>
          <a:srcRect t="15413"/>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1103FDB8-D911-F8F8-F9EC-FB7FF5435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4324"/>
            <a:ext cx="12192000" cy="2573677"/>
          </a:xfrm>
          <a:prstGeom prst="rect">
            <a:avLst/>
          </a:prstGeom>
          <a:gradFill>
            <a:gsLst>
              <a:gs pos="0">
                <a:schemeClr val="bg1">
                  <a:alpha val="0"/>
                </a:schemeClr>
              </a:gs>
              <a:gs pos="46000">
                <a:schemeClr val="bg1">
                  <a:alpha val="17000"/>
                </a:schemeClr>
              </a:gs>
              <a:gs pos="65000">
                <a:schemeClr val="bg1">
                  <a:alpha val="29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8" name="TextBox 7">
            <a:extLst>
              <a:ext uri="{FF2B5EF4-FFF2-40B4-BE49-F238E27FC236}">
                <a16:creationId xmlns:a16="http://schemas.microsoft.com/office/drawing/2014/main" id="{8084FD6A-ED8C-0FDB-752B-11E13B49B996}"/>
              </a:ext>
            </a:extLst>
          </p:cNvPr>
          <p:cNvSpPr txBox="1"/>
          <p:nvPr/>
        </p:nvSpPr>
        <p:spPr>
          <a:xfrm>
            <a:off x="0" y="2139696"/>
            <a:ext cx="12192000" cy="461665"/>
          </a:xfrm>
          <a:prstGeom prst="rect">
            <a:avLst/>
          </a:prstGeom>
          <a:noFill/>
        </p:spPr>
        <p:txBody>
          <a:bodyPr wrap="square" rtlCol="0">
            <a:spAutoFit/>
          </a:bodyPr>
          <a:lstStyle/>
          <a:p>
            <a:pPr algn="ctr"/>
            <a:r>
              <a:rPr lang="en-GB" sz="2400" b="1" dirty="0"/>
              <a:t>Analysing Big Data: Assignment 2 Part B (AMEX/NYSE/NASDAQ Stock Histories)</a:t>
            </a:r>
          </a:p>
        </p:txBody>
      </p:sp>
      <p:sp>
        <p:nvSpPr>
          <p:cNvPr id="10" name="TextBox 9">
            <a:extLst>
              <a:ext uri="{FF2B5EF4-FFF2-40B4-BE49-F238E27FC236}">
                <a16:creationId xmlns:a16="http://schemas.microsoft.com/office/drawing/2014/main" id="{B67E8BC3-4B92-D680-ADD0-9CD8A4652F25}"/>
              </a:ext>
            </a:extLst>
          </p:cNvPr>
          <p:cNvSpPr txBox="1"/>
          <p:nvPr/>
        </p:nvSpPr>
        <p:spPr>
          <a:xfrm>
            <a:off x="-20" y="2782669"/>
            <a:ext cx="12192000" cy="646331"/>
          </a:xfrm>
          <a:prstGeom prst="rect">
            <a:avLst/>
          </a:prstGeom>
          <a:noFill/>
        </p:spPr>
        <p:txBody>
          <a:bodyPr wrap="square" rtlCol="0">
            <a:spAutoFit/>
          </a:bodyPr>
          <a:lstStyle/>
          <a:p>
            <a:pPr algn="ctr"/>
            <a:r>
              <a:rPr lang="en-GB" b="1" dirty="0"/>
              <a:t>Student Name: Leighton Williams</a:t>
            </a:r>
          </a:p>
          <a:p>
            <a:pPr algn="ctr"/>
            <a:r>
              <a:rPr lang="en-GB" b="1" dirty="0"/>
              <a:t>Student ID: </a:t>
            </a:r>
          </a:p>
        </p:txBody>
      </p:sp>
    </p:spTree>
    <p:extLst>
      <p:ext uri="{BB962C8B-B14F-4D97-AF65-F5344CB8AC3E}">
        <p14:creationId xmlns:p14="http://schemas.microsoft.com/office/powerpoint/2010/main" val="21512887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9604516-F583-413C-8C0B-E7944F332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
            <a:ext cx="4876800" cy="685798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761270-7428-3819-3B26-DBDAA51CB84C}"/>
              </a:ext>
            </a:extLst>
          </p:cNvPr>
          <p:cNvSpPr>
            <a:spLocks noGrp="1"/>
          </p:cNvSpPr>
          <p:nvPr>
            <p:ph type="title"/>
          </p:nvPr>
        </p:nvSpPr>
        <p:spPr>
          <a:xfrm>
            <a:off x="0" y="914400"/>
            <a:ext cx="4876800" cy="3670298"/>
          </a:xfrm>
        </p:spPr>
        <p:txBody>
          <a:bodyPr>
            <a:normAutofit/>
          </a:bodyPr>
          <a:lstStyle/>
          <a:p>
            <a:pPr algn="ctr"/>
            <a:r>
              <a:rPr lang="en-GB" sz="5400" b="1" dirty="0">
                <a:solidFill>
                  <a:schemeClr val="bg1"/>
                </a:solidFill>
              </a:rPr>
              <a:t>Dataset &amp; “Big data” character</a:t>
            </a:r>
          </a:p>
        </p:txBody>
      </p:sp>
      <p:cxnSp>
        <p:nvCxnSpPr>
          <p:cNvPr id="27" name="Straight Connector 26">
            <a:extLst>
              <a:ext uri="{FF2B5EF4-FFF2-40B4-BE49-F238E27FC236}">
                <a16:creationId xmlns:a16="http://schemas.microsoft.com/office/drawing/2014/main" id="{4BFD5B9F-5FB6-467D-83D5-DF82F19073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524000"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28" name="Content Placeholder 9">
            <a:extLst>
              <a:ext uri="{FF2B5EF4-FFF2-40B4-BE49-F238E27FC236}">
                <a16:creationId xmlns:a16="http://schemas.microsoft.com/office/drawing/2014/main" id="{428AD2F3-6CFE-D95F-C76A-E482CB50BCA1}"/>
              </a:ext>
            </a:extLst>
          </p:cNvPr>
          <p:cNvGraphicFramePr>
            <a:graphicFrameLocks noGrp="1"/>
          </p:cNvGraphicFramePr>
          <p:nvPr>
            <p:ph idx="1"/>
            <p:extLst>
              <p:ext uri="{D42A27DB-BD31-4B8C-83A1-F6EECF244321}">
                <p14:modId xmlns:p14="http://schemas.microsoft.com/office/powerpoint/2010/main" val="2552777482"/>
              </p:ext>
            </p:extLst>
          </p:nvPr>
        </p:nvGraphicFramePr>
        <p:xfrm>
          <a:off x="5715000" y="723901"/>
          <a:ext cx="56769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0846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2EE1A-1688-0520-FBD6-618863D1FC18}"/>
              </a:ext>
            </a:extLst>
          </p:cNvPr>
          <p:cNvSpPr>
            <a:spLocks noGrp="1"/>
          </p:cNvSpPr>
          <p:nvPr>
            <p:ph type="title"/>
          </p:nvPr>
        </p:nvSpPr>
        <p:spPr/>
        <p:txBody>
          <a:bodyPr>
            <a:normAutofit fontScale="90000"/>
          </a:bodyPr>
          <a:lstStyle/>
          <a:p>
            <a:r>
              <a:rPr lang="en-GB" dirty="0">
                <a:latin typeface="Segoe UI" panose="020B0502040204020203" pitchFamily="34" charset="0"/>
              </a:rPr>
              <a:t>Why It Counts as “Big Data”</a:t>
            </a:r>
            <a:br>
              <a:rPr lang="en-GB" dirty="0">
                <a:latin typeface="Segoe UI" panose="020B0502040204020203" pitchFamily="34" charset="0"/>
              </a:rPr>
            </a:br>
            <a:endParaRPr lang="en-GB" dirty="0"/>
          </a:p>
        </p:txBody>
      </p:sp>
      <p:sp>
        <p:nvSpPr>
          <p:cNvPr id="10" name="Content Placeholder 9">
            <a:extLst>
              <a:ext uri="{FF2B5EF4-FFF2-40B4-BE49-F238E27FC236}">
                <a16:creationId xmlns:a16="http://schemas.microsoft.com/office/drawing/2014/main" id="{AD6F01B8-2DFD-968B-0957-B7CCBB760320}"/>
              </a:ext>
            </a:extLst>
          </p:cNvPr>
          <p:cNvSpPr>
            <a:spLocks noGrp="1"/>
          </p:cNvSpPr>
          <p:nvPr>
            <p:ph idx="1"/>
          </p:nvPr>
        </p:nvSpPr>
        <p:spPr>
          <a:xfrm>
            <a:off x="700635" y="1771650"/>
            <a:ext cx="10691265" cy="4190237"/>
          </a:xfrm>
        </p:spPr>
        <p:txBody>
          <a:bodyPr/>
          <a:lstStyle/>
          <a:p>
            <a:pPr marL="0" indent="0">
              <a:buNone/>
            </a:pPr>
            <a:r>
              <a:rPr lang="en-GB" dirty="0">
                <a:latin typeface="Segoe UI" panose="020B0502040204020203" pitchFamily="34" charset="0"/>
              </a:rPr>
              <a:t>Why it is “big” </a:t>
            </a:r>
          </a:p>
          <a:p>
            <a:pPr marL="0" indent="0">
              <a:buNone/>
            </a:pPr>
            <a:r>
              <a:rPr lang="en-GB" dirty="0">
                <a:latin typeface="Segoe UI" panose="020B0502040204020203" pitchFamily="34" charset="0"/>
              </a:rPr>
              <a:t>• Many files </a:t>
            </a:r>
          </a:p>
          <a:p>
            <a:pPr marL="0" indent="0">
              <a:buNone/>
            </a:pPr>
            <a:r>
              <a:rPr lang="en-GB" dirty="0">
                <a:latin typeface="Segoe UI" panose="020B0502040204020203" pitchFamily="34" charset="0"/>
              </a:rPr>
              <a:t>• Many years of daily rows </a:t>
            </a:r>
          </a:p>
          <a:p>
            <a:pPr marL="0" indent="0">
              <a:buNone/>
            </a:pPr>
            <a:r>
              <a:rPr lang="en-GB" dirty="0">
                <a:latin typeface="Segoe UI" panose="020B0502040204020203" pitchFamily="34" charset="0"/>
              </a:rPr>
              <a:t>• Could scale to thousands of tickers</a:t>
            </a:r>
          </a:p>
          <a:p>
            <a:endParaRPr lang="en-GB" dirty="0"/>
          </a:p>
        </p:txBody>
      </p:sp>
    </p:spTree>
    <p:extLst>
      <p:ext uri="{BB962C8B-B14F-4D97-AF65-F5344CB8AC3E}">
        <p14:creationId xmlns:p14="http://schemas.microsoft.com/office/powerpoint/2010/main" val="4078316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BD8B7F-933D-27EA-F8D9-27888C84D194}"/>
              </a:ext>
            </a:extLst>
          </p:cNvPr>
          <p:cNvSpPr>
            <a:spLocks noGrp="1"/>
          </p:cNvSpPr>
          <p:nvPr>
            <p:ph type="title"/>
          </p:nvPr>
        </p:nvSpPr>
        <p:spPr>
          <a:xfrm>
            <a:off x="700087" y="909638"/>
            <a:ext cx="10691813" cy="1155618"/>
          </a:xfrm>
        </p:spPr>
        <p:txBody>
          <a:bodyPr>
            <a:normAutofit/>
          </a:bodyPr>
          <a:lstStyle/>
          <a:p>
            <a:pPr algn="ctr"/>
            <a:r>
              <a:rPr lang="en-GB" b="1" dirty="0"/>
              <a:t>Objectives</a:t>
            </a:r>
          </a:p>
        </p:txBody>
      </p:sp>
      <p:cxnSp>
        <p:nvCxnSpPr>
          <p:cNvPr id="11" name="Straight Connector 10">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B4B1A9C6-EFE3-5DD4-94D1-3C286718D783}"/>
              </a:ext>
            </a:extLst>
          </p:cNvPr>
          <p:cNvSpPr>
            <a:spLocks noGrp="1"/>
          </p:cNvSpPr>
          <p:nvPr>
            <p:ph idx="1"/>
          </p:nvPr>
        </p:nvSpPr>
        <p:spPr>
          <a:xfrm>
            <a:off x="700635" y="2221992"/>
            <a:ext cx="10691265" cy="2016632"/>
          </a:xfrm>
        </p:spPr>
        <p:txBody>
          <a:bodyPr/>
          <a:lstStyle/>
          <a:p>
            <a:pPr marL="0" indent="0">
              <a:buNone/>
            </a:pPr>
            <a:r>
              <a:rPr lang="en-GB" dirty="0">
                <a:latin typeface="Segoe UI" panose="020B0502040204020203" pitchFamily="34" charset="0"/>
              </a:rPr>
              <a:t>My aims </a:t>
            </a:r>
          </a:p>
          <a:p>
            <a:pPr marL="457200" indent="-457200">
              <a:buAutoNum type="arabicParenR"/>
            </a:pPr>
            <a:r>
              <a:rPr lang="en-GB" dirty="0">
                <a:latin typeface="Segoe UI" panose="020B0502040204020203" pitchFamily="34" charset="0"/>
              </a:rPr>
              <a:t>Load and clean the sample </a:t>
            </a:r>
          </a:p>
          <a:p>
            <a:pPr marL="457200" indent="-457200">
              <a:buAutoNum type="arabicParenR"/>
            </a:pPr>
            <a:r>
              <a:rPr lang="en-GB" dirty="0">
                <a:latin typeface="Segoe UI" panose="020B0502040204020203" pitchFamily="34" charset="0"/>
              </a:rPr>
              <a:t>2) Produce two simple visuals </a:t>
            </a:r>
          </a:p>
          <a:p>
            <a:pPr marL="457200" indent="-457200">
              <a:buAutoNum type="arabicParenR"/>
            </a:pPr>
            <a:r>
              <a:rPr lang="en-GB" dirty="0">
                <a:latin typeface="Segoe UI" panose="020B0502040204020203" pitchFamily="34" charset="0"/>
              </a:rPr>
              <a:t>3) Fit a basic regression model</a:t>
            </a:r>
          </a:p>
          <a:p>
            <a:endParaRPr lang="en-GB" dirty="0"/>
          </a:p>
        </p:txBody>
      </p:sp>
    </p:spTree>
    <p:extLst>
      <p:ext uri="{BB962C8B-B14F-4D97-AF65-F5344CB8AC3E}">
        <p14:creationId xmlns:p14="http://schemas.microsoft.com/office/powerpoint/2010/main" val="412583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58F693-0038-546E-2845-6668B6460562}"/>
              </a:ext>
            </a:extLst>
          </p:cNvPr>
          <p:cNvSpPr>
            <a:spLocks noGrp="1"/>
          </p:cNvSpPr>
          <p:nvPr>
            <p:ph type="title"/>
          </p:nvPr>
        </p:nvSpPr>
        <p:spPr>
          <a:xfrm>
            <a:off x="700087" y="909638"/>
            <a:ext cx="10691813" cy="1155618"/>
          </a:xfrm>
        </p:spPr>
        <p:txBody>
          <a:bodyPr>
            <a:normAutofit/>
          </a:bodyPr>
          <a:lstStyle/>
          <a:p>
            <a:pPr algn="ctr"/>
            <a:r>
              <a:rPr lang="en-GB" b="1" dirty="0"/>
              <a:t>Tools used</a:t>
            </a:r>
          </a:p>
        </p:txBody>
      </p:sp>
      <p:cxnSp>
        <p:nvCxnSpPr>
          <p:cNvPr id="11" name="Straight Connector 10">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5B530562-7B3D-C577-578C-800BA6854A88}"/>
              </a:ext>
            </a:extLst>
          </p:cNvPr>
          <p:cNvSpPr>
            <a:spLocks noGrp="1"/>
          </p:cNvSpPr>
          <p:nvPr>
            <p:ph idx="1"/>
          </p:nvPr>
        </p:nvSpPr>
        <p:spPr>
          <a:xfrm>
            <a:off x="700635" y="2221992"/>
            <a:ext cx="10691265" cy="2407157"/>
          </a:xfrm>
        </p:spPr>
        <p:txBody>
          <a:bodyPr/>
          <a:lstStyle/>
          <a:p>
            <a:pPr marL="0" indent="0">
              <a:buNone/>
            </a:pPr>
            <a:r>
              <a:rPr lang="en-GB" dirty="0">
                <a:latin typeface="Segoe UI" panose="020B0502040204020203" pitchFamily="34" charset="0"/>
              </a:rPr>
              <a:t>Tools </a:t>
            </a:r>
          </a:p>
          <a:p>
            <a:pPr marL="0" indent="0">
              <a:buNone/>
            </a:pPr>
            <a:r>
              <a:rPr lang="en-GB" dirty="0">
                <a:latin typeface="Segoe UI" panose="020B0502040204020203" pitchFamily="34" charset="0"/>
              </a:rPr>
              <a:t>• Python (Pandas) </a:t>
            </a:r>
          </a:p>
          <a:p>
            <a:pPr marL="0" indent="0">
              <a:buNone/>
            </a:pPr>
            <a:r>
              <a:rPr lang="en-GB" dirty="0">
                <a:latin typeface="Segoe UI" panose="020B0502040204020203" pitchFamily="34" charset="0"/>
              </a:rPr>
              <a:t>• Matplotlib (charts) </a:t>
            </a:r>
          </a:p>
          <a:p>
            <a:pPr marL="0" indent="0">
              <a:buNone/>
            </a:pPr>
            <a:r>
              <a:rPr lang="en-GB" dirty="0">
                <a:latin typeface="Segoe UI" panose="020B0502040204020203" pitchFamily="34" charset="0"/>
              </a:rPr>
              <a:t>• scikit‑learn (simple model) </a:t>
            </a:r>
          </a:p>
          <a:p>
            <a:pPr marL="0" indent="0">
              <a:buNone/>
            </a:pPr>
            <a:r>
              <a:rPr lang="en-GB" dirty="0">
                <a:latin typeface="Segoe UI" panose="020B0502040204020203" pitchFamily="34" charset="0"/>
              </a:rPr>
              <a:t>• Spark attempted (not available)</a:t>
            </a:r>
          </a:p>
          <a:p>
            <a:endParaRPr lang="en-GB" dirty="0"/>
          </a:p>
        </p:txBody>
      </p:sp>
    </p:spTree>
    <p:extLst>
      <p:ext uri="{BB962C8B-B14F-4D97-AF65-F5344CB8AC3E}">
        <p14:creationId xmlns:p14="http://schemas.microsoft.com/office/powerpoint/2010/main" val="3570984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A72CFDE-EFE6-4668-A258-48A3C5A71272}"/>
              </a:ext>
            </a:extLst>
          </p:cNvPr>
          <p:cNvSpPr>
            <a:spLocks noGrp="1"/>
          </p:cNvSpPr>
          <p:nvPr>
            <p:ph type="title"/>
          </p:nvPr>
        </p:nvSpPr>
        <p:spPr>
          <a:xfrm>
            <a:off x="750368" y="914400"/>
            <a:ext cx="10691265" cy="742950"/>
          </a:xfrm>
        </p:spPr>
        <p:txBody>
          <a:bodyPr/>
          <a:lstStyle/>
          <a:p>
            <a:pPr algn="ctr"/>
            <a:r>
              <a:rPr lang="en-GB" b="1" dirty="0"/>
              <a:t>Cleaning steps</a:t>
            </a:r>
          </a:p>
        </p:txBody>
      </p:sp>
      <p:sp>
        <p:nvSpPr>
          <p:cNvPr id="14" name="Content Placeholder 13">
            <a:extLst>
              <a:ext uri="{FF2B5EF4-FFF2-40B4-BE49-F238E27FC236}">
                <a16:creationId xmlns:a16="http://schemas.microsoft.com/office/drawing/2014/main" id="{AC89D106-72A6-2914-F461-AEAB2FF30D1F}"/>
              </a:ext>
            </a:extLst>
          </p:cNvPr>
          <p:cNvSpPr>
            <a:spLocks noGrp="1"/>
          </p:cNvSpPr>
          <p:nvPr>
            <p:ph idx="1"/>
          </p:nvPr>
        </p:nvSpPr>
        <p:spPr>
          <a:xfrm>
            <a:off x="700635" y="2221992"/>
            <a:ext cx="10691265" cy="2350008"/>
          </a:xfrm>
        </p:spPr>
        <p:txBody>
          <a:bodyPr/>
          <a:lstStyle/>
          <a:p>
            <a:pPr marL="0" indent="0">
              <a:buNone/>
            </a:pPr>
            <a:r>
              <a:rPr lang="en-GB" dirty="0">
                <a:latin typeface="Segoe UI" panose="020B0502040204020203" pitchFamily="34" charset="0"/>
              </a:rPr>
              <a:t>Cleaning steps </a:t>
            </a:r>
          </a:p>
          <a:p>
            <a:pPr marL="0" indent="0">
              <a:buNone/>
            </a:pPr>
            <a:r>
              <a:rPr lang="en-GB" dirty="0">
                <a:latin typeface="Segoe UI" panose="020B0502040204020203" pitchFamily="34" charset="0"/>
              </a:rPr>
              <a:t>• Parsed dates </a:t>
            </a:r>
          </a:p>
          <a:p>
            <a:pPr marL="0" indent="0">
              <a:buNone/>
            </a:pPr>
            <a:r>
              <a:rPr lang="en-GB" dirty="0">
                <a:latin typeface="Segoe UI" panose="020B0502040204020203" pitchFamily="34" charset="0"/>
              </a:rPr>
              <a:t>• Standardised column names </a:t>
            </a:r>
          </a:p>
          <a:p>
            <a:pPr marL="0" indent="0">
              <a:buNone/>
            </a:pPr>
            <a:r>
              <a:rPr lang="en-GB" dirty="0">
                <a:latin typeface="Segoe UI" panose="020B0502040204020203" pitchFamily="34" charset="0"/>
              </a:rPr>
              <a:t>• Removed invalid/negative prices </a:t>
            </a:r>
          </a:p>
          <a:p>
            <a:pPr marL="0" indent="0">
              <a:buNone/>
            </a:pPr>
            <a:r>
              <a:rPr lang="en-GB" dirty="0">
                <a:latin typeface="Segoe UI" panose="020B0502040204020203" pitchFamily="34" charset="0"/>
              </a:rPr>
              <a:t>• Ensured OHLC values were consistent</a:t>
            </a:r>
          </a:p>
          <a:p>
            <a:endParaRPr lang="en-GB" dirty="0"/>
          </a:p>
        </p:txBody>
      </p:sp>
    </p:spTree>
    <p:extLst>
      <p:ext uri="{BB962C8B-B14F-4D97-AF65-F5344CB8AC3E}">
        <p14:creationId xmlns:p14="http://schemas.microsoft.com/office/powerpoint/2010/main" val="199050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F499C-A3E5-4478-63A7-3143BA48D45E}"/>
              </a:ext>
            </a:extLst>
          </p:cNvPr>
          <p:cNvSpPr>
            <a:spLocks noGrp="1"/>
          </p:cNvSpPr>
          <p:nvPr>
            <p:ph type="title"/>
          </p:nvPr>
        </p:nvSpPr>
        <p:spPr>
          <a:xfrm>
            <a:off x="700635" y="914400"/>
            <a:ext cx="10691265" cy="790575"/>
          </a:xfrm>
        </p:spPr>
        <p:txBody>
          <a:bodyPr/>
          <a:lstStyle/>
          <a:p>
            <a:pPr algn="ctr"/>
            <a:r>
              <a:rPr lang="en-GB" b="1" dirty="0"/>
              <a:t>My sample for this run</a:t>
            </a:r>
          </a:p>
        </p:txBody>
      </p:sp>
      <p:sp>
        <p:nvSpPr>
          <p:cNvPr id="6" name="Content Placeholder 5">
            <a:extLst>
              <a:ext uri="{FF2B5EF4-FFF2-40B4-BE49-F238E27FC236}">
                <a16:creationId xmlns:a16="http://schemas.microsoft.com/office/drawing/2014/main" id="{180264FE-5819-2ACC-87E6-41FCDBB77B8C}"/>
              </a:ext>
            </a:extLst>
          </p:cNvPr>
          <p:cNvSpPr>
            <a:spLocks noGrp="1"/>
          </p:cNvSpPr>
          <p:nvPr>
            <p:ph idx="1"/>
          </p:nvPr>
        </p:nvSpPr>
        <p:spPr>
          <a:xfrm>
            <a:off x="700635" y="2221992"/>
            <a:ext cx="10691265" cy="1207008"/>
          </a:xfrm>
        </p:spPr>
        <p:txBody>
          <a:bodyPr/>
          <a:lstStyle/>
          <a:p>
            <a:pPr marL="0" indent="0">
              <a:buNone/>
            </a:pPr>
            <a:r>
              <a:rPr lang="en-GB" dirty="0">
                <a:latin typeface="Segoe UI" panose="020B0502040204020203" pitchFamily="34" charset="0"/>
              </a:rPr>
              <a:t>5 tickers used: ATGE, BSMR, ATIF, AL, BOOT </a:t>
            </a:r>
          </a:p>
          <a:p>
            <a:pPr marL="0" indent="0">
              <a:buNone/>
            </a:pPr>
            <a:r>
              <a:rPr lang="en-GB" dirty="0">
                <a:latin typeface="Segoe UI" panose="020B0502040204020203" pitchFamily="34" charset="0"/>
              </a:rPr>
              <a:t>Total rows after cleaning: ≈ 15,700</a:t>
            </a:r>
          </a:p>
          <a:p>
            <a:endParaRPr lang="en-GB" dirty="0"/>
          </a:p>
        </p:txBody>
      </p:sp>
    </p:spTree>
    <p:extLst>
      <p:ext uri="{BB962C8B-B14F-4D97-AF65-F5344CB8AC3E}">
        <p14:creationId xmlns:p14="http://schemas.microsoft.com/office/powerpoint/2010/main" val="3498529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AF82C-0904-77C6-4F15-3E5158B9414C}"/>
              </a:ext>
            </a:extLst>
          </p:cNvPr>
          <p:cNvSpPr>
            <a:spLocks noGrp="1"/>
          </p:cNvSpPr>
          <p:nvPr>
            <p:ph type="title"/>
          </p:nvPr>
        </p:nvSpPr>
        <p:spPr>
          <a:xfrm>
            <a:off x="700635" y="914400"/>
            <a:ext cx="10691265" cy="804672"/>
          </a:xfrm>
        </p:spPr>
        <p:txBody>
          <a:bodyPr/>
          <a:lstStyle/>
          <a:p>
            <a:pPr algn="ctr"/>
            <a:r>
              <a:rPr lang="en-GB" b="1" dirty="0"/>
              <a:t>Visual 1: Close price over time</a:t>
            </a:r>
          </a:p>
        </p:txBody>
      </p:sp>
      <p:sp>
        <p:nvSpPr>
          <p:cNvPr id="3" name="Content Placeholder 2">
            <a:extLst>
              <a:ext uri="{FF2B5EF4-FFF2-40B4-BE49-F238E27FC236}">
                <a16:creationId xmlns:a16="http://schemas.microsoft.com/office/drawing/2014/main" id="{71994539-FFA7-4287-0E6F-216EE8913240}"/>
              </a:ext>
            </a:extLst>
          </p:cNvPr>
          <p:cNvSpPr>
            <a:spLocks noGrp="1"/>
          </p:cNvSpPr>
          <p:nvPr>
            <p:ph idx="1"/>
          </p:nvPr>
        </p:nvSpPr>
        <p:spPr>
          <a:xfrm>
            <a:off x="700635" y="1719072"/>
            <a:ext cx="10691265" cy="509778"/>
          </a:xfrm>
        </p:spPr>
        <p:txBody>
          <a:bodyPr/>
          <a:lstStyle/>
          <a:p>
            <a:r>
              <a:rPr lang="en-GB" dirty="0"/>
              <a:t>Example ticker: ATGE</a:t>
            </a:r>
          </a:p>
        </p:txBody>
      </p:sp>
      <p:pic>
        <p:nvPicPr>
          <p:cNvPr id="7" name="Picture 6">
            <a:extLst>
              <a:ext uri="{FF2B5EF4-FFF2-40B4-BE49-F238E27FC236}">
                <a16:creationId xmlns:a16="http://schemas.microsoft.com/office/drawing/2014/main" id="{28E37D4A-E6F1-978B-360D-4C65581C99E1}"/>
              </a:ext>
            </a:extLst>
          </p:cNvPr>
          <p:cNvPicPr>
            <a:picLocks noChangeAspect="1"/>
          </p:cNvPicPr>
          <p:nvPr/>
        </p:nvPicPr>
        <p:blipFill>
          <a:blip r:embed="rId3"/>
          <a:stretch>
            <a:fillRect/>
          </a:stretch>
        </p:blipFill>
        <p:spPr>
          <a:xfrm>
            <a:off x="2924493" y="2228850"/>
            <a:ext cx="6343015" cy="3875389"/>
          </a:xfrm>
          <a:prstGeom prst="rect">
            <a:avLst/>
          </a:prstGeom>
        </p:spPr>
      </p:pic>
    </p:spTree>
    <p:extLst>
      <p:ext uri="{BB962C8B-B14F-4D97-AF65-F5344CB8AC3E}">
        <p14:creationId xmlns:p14="http://schemas.microsoft.com/office/powerpoint/2010/main" val="637619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FAFF9-0240-3E3E-1E07-FC2FDC39CE8C}"/>
              </a:ext>
            </a:extLst>
          </p:cNvPr>
          <p:cNvSpPr>
            <a:spLocks noGrp="1"/>
          </p:cNvSpPr>
          <p:nvPr>
            <p:ph type="title"/>
          </p:nvPr>
        </p:nvSpPr>
        <p:spPr>
          <a:xfrm>
            <a:off x="700635" y="914400"/>
            <a:ext cx="10691265" cy="850392"/>
          </a:xfrm>
        </p:spPr>
        <p:txBody>
          <a:bodyPr/>
          <a:lstStyle/>
          <a:p>
            <a:pPr algn="ctr"/>
            <a:r>
              <a:rPr lang="en-GB" b="1" dirty="0"/>
              <a:t>Visual 2: open vs close</a:t>
            </a:r>
          </a:p>
        </p:txBody>
      </p:sp>
      <p:sp>
        <p:nvSpPr>
          <p:cNvPr id="3" name="Content Placeholder 2">
            <a:extLst>
              <a:ext uri="{FF2B5EF4-FFF2-40B4-BE49-F238E27FC236}">
                <a16:creationId xmlns:a16="http://schemas.microsoft.com/office/drawing/2014/main" id="{E1164E74-52C7-B54F-ACA3-002B58C8BABC}"/>
              </a:ext>
            </a:extLst>
          </p:cNvPr>
          <p:cNvSpPr>
            <a:spLocks noGrp="1"/>
          </p:cNvSpPr>
          <p:nvPr>
            <p:ph idx="1"/>
          </p:nvPr>
        </p:nvSpPr>
        <p:spPr>
          <a:xfrm>
            <a:off x="700635" y="1764792"/>
            <a:ext cx="10691265" cy="1016508"/>
          </a:xfrm>
        </p:spPr>
        <p:txBody>
          <a:bodyPr/>
          <a:lstStyle/>
          <a:p>
            <a:r>
              <a:rPr lang="en-GB" dirty="0"/>
              <a:t>Strong linear pattern</a:t>
            </a:r>
          </a:p>
        </p:txBody>
      </p:sp>
      <p:pic>
        <p:nvPicPr>
          <p:cNvPr id="8" name="Picture 7">
            <a:extLst>
              <a:ext uri="{FF2B5EF4-FFF2-40B4-BE49-F238E27FC236}">
                <a16:creationId xmlns:a16="http://schemas.microsoft.com/office/drawing/2014/main" id="{94449899-4CB7-9128-3657-88EDBEC147F4}"/>
              </a:ext>
            </a:extLst>
          </p:cNvPr>
          <p:cNvPicPr>
            <a:picLocks noChangeAspect="1"/>
          </p:cNvPicPr>
          <p:nvPr/>
        </p:nvPicPr>
        <p:blipFill>
          <a:blip r:embed="rId3"/>
          <a:stretch>
            <a:fillRect/>
          </a:stretch>
        </p:blipFill>
        <p:spPr>
          <a:xfrm>
            <a:off x="3352685" y="2688336"/>
            <a:ext cx="5486631" cy="3346704"/>
          </a:xfrm>
          <a:prstGeom prst="rect">
            <a:avLst/>
          </a:prstGeom>
        </p:spPr>
      </p:pic>
    </p:spTree>
    <p:extLst>
      <p:ext uri="{BB962C8B-B14F-4D97-AF65-F5344CB8AC3E}">
        <p14:creationId xmlns:p14="http://schemas.microsoft.com/office/powerpoint/2010/main" val="1707314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9604516-F583-413C-8C0B-E7944F332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
            <a:ext cx="4876800" cy="6857989"/>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72D52B-EB7C-7F19-862B-8B7C23A11B44}"/>
              </a:ext>
            </a:extLst>
          </p:cNvPr>
          <p:cNvSpPr>
            <a:spLocks noGrp="1"/>
          </p:cNvSpPr>
          <p:nvPr>
            <p:ph type="title"/>
          </p:nvPr>
        </p:nvSpPr>
        <p:spPr>
          <a:xfrm>
            <a:off x="-1" y="914400"/>
            <a:ext cx="4876799" cy="3670298"/>
          </a:xfrm>
        </p:spPr>
        <p:txBody>
          <a:bodyPr>
            <a:normAutofit/>
          </a:bodyPr>
          <a:lstStyle/>
          <a:p>
            <a:pPr algn="ctr"/>
            <a:r>
              <a:rPr lang="en-GB" sz="4800" b="1" dirty="0">
                <a:solidFill>
                  <a:schemeClr val="bg1"/>
                </a:solidFill>
              </a:rPr>
              <a:t>Predictive model</a:t>
            </a:r>
          </a:p>
        </p:txBody>
      </p:sp>
      <p:cxnSp>
        <p:nvCxnSpPr>
          <p:cNvPr id="13" name="Straight Connector 12">
            <a:extLst>
              <a:ext uri="{FF2B5EF4-FFF2-40B4-BE49-F238E27FC236}">
                <a16:creationId xmlns:a16="http://schemas.microsoft.com/office/drawing/2014/main" id="{4BFD5B9F-5FB6-467D-83D5-DF82F19073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524000" cy="0"/>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FB94AF17-C636-D92C-BDC5-1DDD1221F25D}"/>
              </a:ext>
            </a:extLst>
          </p:cNvPr>
          <p:cNvSpPr>
            <a:spLocks noGrp="1"/>
          </p:cNvSpPr>
          <p:nvPr>
            <p:ph idx="1"/>
          </p:nvPr>
        </p:nvSpPr>
        <p:spPr>
          <a:xfrm>
            <a:off x="5095875" y="257175"/>
            <a:ext cx="6296025" cy="2562225"/>
          </a:xfrm>
        </p:spPr>
        <p:txBody>
          <a:bodyPr/>
          <a:lstStyle/>
          <a:p>
            <a:pPr marL="0" indent="0">
              <a:buNone/>
            </a:pPr>
            <a:r>
              <a:rPr lang="en-GB" dirty="0">
                <a:latin typeface="Segoe UI" panose="020B0502040204020203" pitchFamily="34" charset="0"/>
              </a:rPr>
              <a:t>Model: Linear Regression </a:t>
            </a:r>
          </a:p>
          <a:p>
            <a:pPr marL="0" indent="0">
              <a:buNone/>
            </a:pPr>
            <a:r>
              <a:rPr lang="en-GB" dirty="0">
                <a:latin typeface="Segoe UI" panose="020B0502040204020203" pitchFamily="34" charset="0"/>
              </a:rPr>
              <a:t>Predicting: same‑day Close from Open </a:t>
            </a:r>
          </a:p>
          <a:p>
            <a:pPr marL="0" indent="0">
              <a:buNone/>
            </a:pPr>
            <a:r>
              <a:rPr lang="en-GB" dirty="0">
                <a:latin typeface="Segoe UI" panose="020B0502040204020203" pitchFamily="34" charset="0"/>
              </a:rPr>
              <a:t>Results this run: </a:t>
            </a:r>
          </a:p>
          <a:p>
            <a:pPr marL="0" indent="0">
              <a:buNone/>
            </a:pPr>
            <a:r>
              <a:rPr lang="en-GB" dirty="0">
                <a:latin typeface="Segoe UI" panose="020B0502040204020203" pitchFamily="34" charset="0"/>
              </a:rPr>
              <a:t>	R² ≈ 0.9985 </a:t>
            </a:r>
          </a:p>
          <a:p>
            <a:pPr marL="0" indent="0">
              <a:buNone/>
            </a:pPr>
            <a:r>
              <a:rPr lang="en-GB" dirty="0">
                <a:latin typeface="Segoe UI" panose="020B0502040204020203" pitchFamily="34" charset="0"/>
              </a:rPr>
              <a:t>	RMSE ≈ 0.56</a:t>
            </a:r>
          </a:p>
          <a:p>
            <a:endParaRPr lang="en-GB" dirty="0"/>
          </a:p>
        </p:txBody>
      </p:sp>
    </p:spTree>
    <p:extLst>
      <p:ext uri="{BB962C8B-B14F-4D97-AF65-F5344CB8AC3E}">
        <p14:creationId xmlns:p14="http://schemas.microsoft.com/office/powerpoint/2010/main" val="1646728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B341A-A939-54E6-1B23-678ECA3438AB}"/>
              </a:ext>
            </a:extLst>
          </p:cNvPr>
          <p:cNvSpPr>
            <a:spLocks noGrp="1"/>
          </p:cNvSpPr>
          <p:nvPr>
            <p:ph type="title"/>
          </p:nvPr>
        </p:nvSpPr>
        <p:spPr>
          <a:xfrm>
            <a:off x="704088" y="914400"/>
            <a:ext cx="10798176" cy="1051914"/>
          </a:xfrm>
        </p:spPr>
        <p:txBody>
          <a:bodyPr>
            <a:normAutofit/>
          </a:bodyPr>
          <a:lstStyle/>
          <a:p>
            <a:pPr algn="ctr"/>
            <a:r>
              <a:rPr lang="en-GB" b="1" dirty="0"/>
              <a:t>limitations</a:t>
            </a:r>
          </a:p>
        </p:txBody>
      </p:sp>
      <p:cxnSp>
        <p:nvCxnSpPr>
          <p:cNvPr id="30" name="Straight Connector 29">
            <a:extLst>
              <a:ext uri="{FF2B5EF4-FFF2-40B4-BE49-F238E27FC236}">
                <a16:creationId xmlns:a16="http://schemas.microsoft.com/office/drawing/2014/main" id="{9BB96FAB-CCBF-4D1E-9D0D-B038ACC29B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6347888A-5364-5B24-AEAA-E76B8C41C090}"/>
              </a:ext>
            </a:extLst>
          </p:cNvPr>
          <p:cNvSpPr>
            <a:spLocks noGrp="1"/>
          </p:cNvSpPr>
          <p:nvPr>
            <p:ph idx="1"/>
          </p:nvPr>
        </p:nvSpPr>
        <p:spPr>
          <a:xfrm>
            <a:off x="700635" y="2221992"/>
            <a:ext cx="10691265" cy="2492883"/>
          </a:xfrm>
        </p:spPr>
        <p:txBody>
          <a:bodyPr/>
          <a:lstStyle/>
          <a:p>
            <a:pPr marL="0" indent="0">
              <a:buNone/>
            </a:pPr>
            <a:r>
              <a:rPr lang="en-GB" dirty="0">
                <a:latin typeface="Segoe UI" panose="020B0502040204020203" pitchFamily="34" charset="0"/>
              </a:rPr>
              <a:t>Limitations </a:t>
            </a:r>
          </a:p>
          <a:p>
            <a:pPr marL="0" indent="0">
              <a:buNone/>
            </a:pPr>
            <a:r>
              <a:rPr lang="en-GB" dirty="0">
                <a:latin typeface="Segoe UI" panose="020B0502040204020203" pitchFamily="34" charset="0"/>
              </a:rPr>
              <a:t>• Very small sample (5 files) </a:t>
            </a:r>
          </a:p>
          <a:p>
            <a:pPr marL="0" indent="0">
              <a:buNone/>
            </a:pPr>
            <a:r>
              <a:rPr lang="en-GB" dirty="0">
                <a:latin typeface="Segoe UI" panose="020B0502040204020203" pitchFamily="34" charset="0"/>
              </a:rPr>
              <a:t>• Same‑day target = leakage </a:t>
            </a:r>
          </a:p>
          <a:p>
            <a:pPr marL="0" indent="0">
              <a:buNone/>
            </a:pPr>
            <a:r>
              <a:rPr lang="en-GB" dirty="0">
                <a:latin typeface="Segoe UI" panose="020B0502040204020203" pitchFamily="34" charset="0"/>
              </a:rPr>
              <a:t>• Random split (not time‑based) </a:t>
            </a:r>
          </a:p>
          <a:p>
            <a:pPr marL="0" indent="0">
              <a:buNone/>
            </a:pPr>
            <a:r>
              <a:rPr lang="en-GB" dirty="0">
                <a:latin typeface="Segoe UI" panose="020B0502040204020203" pitchFamily="34" charset="0"/>
              </a:rPr>
              <a:t>• Spark unavailable</a:t>
            </a:r>
          </a:p>
          <a:p>
            <a:endParaRPr lang="en-GB" dirty="0"/>
          </a:p>
        </p:txBody>
      </p:sp>
    </p:spTree>
    <p:extLst>
      <p:ext uri="{BB962C8B-B14F-4D97-AF65-F5344CB8AC3E}">
        <p14:creationId xmlns:p14="http://schemas.microsoft.com/office/powerpoint/2010/main" val="1089753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A978A1-87EE-0A6B-41DA-8BD9EB87CC98}"/>
              </a:ext>
            </a:extLst>
          </p:cNvPr>
          <p:cNvSpPr>
            <a:spLocks noGrp="1"/>
          </p:cNvSpPr>
          <p:nvPr>
            <p:ph type="title"/>
          </p:nvPr>
        </p:nvSpPr>
        <p:spPr>
          <a:xfrm>
            <a:off x="704088" y="914400"/>
            <a:ext cx="10798176" cy="1051914"/>
          </a:xfrm>
        </p:spPr>
        <p:txBody>
          <a:bodyPr>
            <a:normAutofit/>
          </a:bodyPr>
          <a:lstStyle/>
          <a:p>
            <a:pPr algn="ctr"/>
            <a:r>
              <a:rPr lang="en-GB" b="1" dirty="0"/>
              <a:t>Future improvements</a:t>
            </a:r>
          </a:p>
        </p:txBody>
      </p:sp>
      <p:cxnSp>
        <p:nvCxnSpPr>
          <p:cNvPr id="11" name="Straight Connector 10">
            <a:extLst>
              <a:ext uri="{FF2B5EF4-FFF2-40B4-BE49-F238E27FC236}">
                <a16:creationId xmlns:a16="http://schemas.microsoft.com/office/drawing/2014/main" id="{9BB96FAB-CCBF-4D1E-9D0D-B038ACC29B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A1D88D46-6F9B-2179-C058-86580B487938}"/>
              </a:ext>
            </a:extLst>
          </p:cNvPr>
          <p:cNvSpPr>
            <a:spLocks noGrp="1"/>
          </p:cNvSpPr>
          <p:nvPr>
            <p:ph idx="1"/>
          </p:nvPr>
        </p:nvSpPr>
        <p:spPr>
          <a:xfrm>
            <a:off x="700635" y="2221992"/>
            <a:ext cx="10691265" cy="2407158"/>
          </a:xfrm>
        </p:spPr>
        <p:txBody>
          <a:bodyPr/>
          <a:lstStyle/>
          <a:p>
            <a:pPr marL="0" indent="0">
              <a:buNone/>
            </a:pPr>
            <a:r>
              <a:rPr lang="en-GB" dirty="0">
                <a:latin typeface="Segoe UI" panose="020B0502040204020203" pitchFamily="34" charset="0"/>
              </a:rPr>
              <a:t>Future work </a:t>
            </a:r>
          </a:p>
          <a:p>
            <a:pPr marL="0" indent="0">
              <a:buNone/>
            </a:pPr>
            <a:r>
              <a:rPr lang="en-GB" dirty="0">
                <a:latin typeface="Segoe UI" panose="020B0502040204020203" pitchFamily="34" charset="0"/>
              </a:rPr>
              <a:t>• Predict next‑day values </a:t>
            </a:r>
          </a:p>
          <a:p>
            <a:pPr marL="0" indent="0">
              <a:buNone/>
            </a:pPr>
            <a:r>
              <a:rPr lang="en-GB" dirty="0">
                <a:latin typeface="Segoe UI" panose="020B0502040204020203" pitchFamily="34" charset="0"/>
              </a:rPr>
              <a:t>• Use lag features (returns, rolling stats) </a:t>
            </a:r>
          </a:p>
          <a:p>
            <a:pPr marL="0" indent="0">
              <a:buNone/>
            </a:pPr>
            <a:r>
              <a:rPr lang="en-GB" dirty="0">
                <a:latin typeface="Segoe UI" panose="020B0502040204020203" pitchFamily="34" charset="0"/>
              </a:rPr>
              <a:t>• Time‑based splitting </a:t>
            </a:r>
          </a:p>
          <a:p>
            <a:pPr marL="0" indent="0">
              <a:buNone/>
            </a:pPr>
            <a:r>
              <a:rPr lang="en-GB" dirty="0">
                <a:latin typeface="Segoe UI" panose="020B0502040204020203" pitchFamily="34" charset="0"/>
              </a:rPr>
              <a:t>• Add more tickers or use Spark</a:t>
            </a:r>
          </a:p>
          <a:p>
            <a:endParaRPr lang="en-GB" dirty="0"/>
          </a:p>
        </p:txBody>
      </p:sp>
    </p:spTree>
    <p:extLst>
      <p:ext uri="{BB962C8B-B14F-4D97-AF65-F5344CB8AC3E}">
        <p14:creationId xmlns:p14="http://schemas.microsoft.com/office/powerpoint/2010/main" val="361805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5184E4-C93A-4E34-8365-1886AAC5D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67EC8A-2A57-8A00-40D4-90DE5F66572D}"/>
              </a:ext>
            </a:extLst>
          </p:cNvPr>
          <p:cNvSpPr>
            <a:spLocks noGrp="1"/>
          </p:cNvSpPr>
          <p:nvPr>
            <p:ph type="title"/>
          </p:nvPr>
        </p:nvSpPr>
        <p:spPr>
          <a:xfrm>
            <a:off x="15948" y="554762"/>
            <a:ext cx="4853024" cy="4559890"/>
          </a:xfrm>
        </p:spPr>
        <p:txBody>
          <a:bodyPr>
            <a:normAutofit/>
          </a:bodyPr>
          <a:lstStyle/>
          <a:p>
            <a:pPr algn="ctr"/>
            <a:r>
              <a:rPr lang="en-GB" sz="4800" b="1" dirty="0"/>
              <a:t>conclusion</a:t>
            </a:r>
          </a:p>
        </p:txBody>
      </p:sp>
      <p:cxnSp>
        <p:nvCxnSpPr>
          <p:cNvPr id="11" name="Straight Connector 10">
            <a:extLst>
              <a:ext uri="{FF2B5EF4-FFF2-40B4-BE49-F238E27FC236}">
                <a16:creationId xmlns:a16="http://schemas.microsoft.com/office/drawing/2014/main" id="{8AB0D40B-37F7-4F1F-B956-AFC12066AB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68972" y="723901"/>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4E270316-BD5E-5716-1CF7-59379D78B82F}"/>
              </a:ext>
            </a:extLst>
          </p:cNvPr>
          <p:cNvSpPr>
            <a:spLocks noGrp="1"/>
          </p:cNvSpPr>
          <p:nvPr>
            <p:ph idx="1"/>
          </p:nvPr>
        </p:nvSpPr>
        <p:spPr>
          <a:xfrm>
            <a:off x="5007048" y="2221992"/>
            <a:ext cx="6384852" cy="2502408"/>
          </a:xfrm>
        </p:spPr>
        <p:txBody>
          <a:bodyPr/>
          <a:lstStyle/>
          <a:p>
            <a:pPr marL="0" indent="0">
              <a:buNone/>
            </a:pPr>
            <a:r>
              <a:rPr lang="en-GB" dirty="0">
                <a:latin typeface="Segoe UI" panose="020B0502040204020203" pitchFamily="34" charset="0"/>
              </a:rPr>
              <a:t>Conclusion </a:t>
            </a:r>
          </a:p>
          <a:p>
            <a:pPr marL="0" indent="0">
              <a:buNone/>
            </a:pPr>
            <a:r>
              <a:rPr lang="en-GB" dirty="0">
                <a:latin typeface="Segoe UI" panose="020B0502040204020203" pitchFamily="34" charset="0"/>
              </a:rPr>
              <a:t>• Cleaned and analysed sample data </a:t>
            </a:r>
          </a:p>
          <a:p>
            <a:pPr marL="0" indent="0">
              <a:buNone/>
            </a:pPr>
            <a:r>
              <a:rPr lang="en-GB" dirty="0">
                <a:latin typeface="Segoe UI" panose="020B0502040204020203" pitchFamily="34" charset="0"/>
              </a:rPr>
              <a:t>• Produced two visuals </a:t>
            </a:r>
          </a:p>
          <a:p>
            <a:pPr marL="0" indent="0">
              <a:buNone/>
            </a:pPr>
            <a:r>
              <a:rPr lang="en-GB" dirty="0">
                <a:latin typeface="Segoe UI" panose="020B0502040204020203" pitchFamily="34" charset="0"/>
              </a:rPr>
              <a:t>• Demonstrated a simple model </a:t>
            </a:r>
          </a:p>
          <a:p>
            <a:pPr marL="0" indent="0">
              <a:buNone/>
            </a:pPr>
            <a:r>
              <a:rPr lang="en-GB" dirty="0">
                <a:latin typeface="Segoe UI" panose="020B0502040204020203" pitchFamily="34" charset="0"/>
              </a:rPr>
              <a:t>• Identified limitations and next steps</a:t>
            </a:r>
          </a:p>
          <a:p>
            <a:endParaRPr lang="en-GB" dirty="0"/>
          </a:p>
        </p:txBody>
      </p:sp>
    </p:spTree>
    <p:extLst>
      <p:ext uri="{BB962C8B-B14F-4D97-AF65-F5344CB8AC3E}">
        <p14:creationId xmlns:p14="http://schemas.microsoft.com/office/powerpoint/2010/main" val="361468621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1035</Words>
  <Application>Microsoft Office PowerPoint</Application>
  <PresentationFormat>Widescreen</PresentationFormat>
  <Paragraphs>86</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Calisto MT</vt:lpstr>
      <vt:lpstr>Segoe UI</vt:lpstr>
      <vt:lpstr>Univers Condensed</vt:lpstr>
      <vt:lpstr>ChronicleVTI</vt:lpstr>
      <vt:lpstr>PowerPoint Presentation</vt:lpstr>
      <vt:lpstr>Dataset &amp; “Big data” character</vt:lpstr>
      <vt:lpstr>Why It Counts as “Big Data” </vt:lpstr>
      <vt:lpstr>Objectives</vt:lpstr>
      <vt:lpstr>Tools used</vt:lpstr>
      <vt:lpstr>Cleaning steps</vt:lpstr>
      <vt:lpstr>My sample for this run</vt:lpstr>
      <vt:lpstr>Visual 1: Close price over time</vt:lpstr>
      <vt:lpstr>Visual 2: open vs close</vt:lpstr>
      <vt:lpstr>Predictive model</vt:lpstr>
      <vt:lpstr>limitations</vt:lpstr>
      <vt:lpstr>Future improvements</vt:lpstr>
      <vt:lpstr>conclusion</vt:lpstr>
    </vt:vector>
  </TitlesOfParts>
  <Company>British Standards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Leighton Williams</dc:creator>
  <cp:lastModifiedBy>Leighton Williams</cp:lastModifiedBy>
  <cp:revision>1</cp:revision>
  <dcterms:created xsi:type="dcterms:W3CDTF">2026-02-13T16:46:58Z</dcterms:created>
  <dcterms:modified xsi:type="dcterms:W3CDTF">2026-02-14T16:38:04Z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ccb955d-7ead-4d26-a883-f23b503e5cb3_Enabled">
    <vt:lpwstr>true</vt:lpwstr>
  </property>
  <property fmtid="{D5CDD505-2E9C-101B-9397-08002B2CF9AE}" pid="3" name="MSIP_Label_eccb955d-7ead-4d26-a883-f23b503e5cb3_SetDate">
    <vt:lpwstr>2026-02-13T17:32:04Z</vt:lpwstr>
  </property>
  <property fmtid="{D5CDD505-2E9C-101B-9397-08002B2CF9AE}" pid="4" name="MSIP_Label_eccb955d-7ead-4d26-a883-f23b503e5cb3_Method">
    <vt:lpwstr>Privileged</vt:lpwstr>
  </property>
  <property fmtid="{D5CDD505-2E9C-101B-9397-08002B2CF9AE}" pid="5" name="MSIP_Label_eccb955d-7ead-4d26-a883-f23b503e5cb3_Name">
    <vt:lpwstr>Confidential - Un-Marked</vt:lpwstr>
  </property>
  <property fmtid="{D5CDD505-2E9C-101B-9397-08002B2CF9AE}" pid="6" name="MSIP_Label_eccb955d-7ead-4d26-a883-f23b503e5cb3_SiteId">
    <vt:lpwstr>54946ffc-68d3-4955-ac70-dca726d445b4</vt:lpwstr>
  </property>
  <property fmtid="{D5CDD505-2E9C-101B-9397-08002B2CF9AE}" pid="7" name="MSIP_Label_eccb955d-7ead-4d26-a883-f23b503e5cb3_ActionId">
    <vt:lpwstr>98b3a40f-f29c-4a9b-99d7-88623c9ebf0a</vt:lpwstr>
  </property>
  <property fmtid="{D5CDD505-2E9C-101B-9397-08002B2CF9AE}" pid="8" name="MSIP_Label_eccb955d-7ead-4d26-a883-f23b503e5cb3_ContentBits">
    <vt:lpwstr>0</vt:lpwstr>
  </property>
  <property fmtid="{D5CDD505-2E9C-101B-9397-08002B2CF9AE}" pid="9" name="MSIP_Label_eccb955d-7ead-4d26-a883-f23b503e5cb3_Tag">
    <vt:lpwstr>10, 0, 1, 1</vt:lpwstr>
  </property>
</Properties>
</file>